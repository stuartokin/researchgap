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5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comments/modernComment_10C_BD8D4DAC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5"/>
    <p:sldMasterId id="2147483718" r:id="rId6"/>
    <p:sldMasterId id="2147483750" r:id="rId7"/>
  </p:sldMasterIdLst>
  <p:notesMasterIdLst>
    <p:notesMasterId r:id="rId12"/>
  </p:notesMasterIdLst>
  <p:handoutMasterIdLst>
    <p:handoutMasterId r:id="rId13"/>
  </p:handoutMasterIdLst>
  <p:sldIdLst>
    <p:sldId id="256" r:id="rId8"/>
    <p:sldId id="268" r:id="rId9"/>
    <p:sldId id="289" r:id="rId10"/>
    <p:sldId id="28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563905-7200-8344-DF4E-EAD8F0997421}" name="Natasha Zoe Smith" initials="NS" userId="S::NatashaZoe.Smith@ofgem.gov.uk::db9654f7-c78c-438c-a2c8-d43f5a0fa726" providerId="AD"/>
  <p188:author id="{194C450D-BABE-EE9C-3B95-047C36AB5D2E}" name="Stuart O" initials="SO" userId="090228546056007b" providerId="Windows Live"/>
  <p188:author id="{627E6636-A1BC-1BC1-1A86-98DFDC6447CA}" name="Jonathan Thurlwell" initials="JT" userId="S::jonathan.thurlwell@ofgem.gov.uk::dde08dce-8cb2-4693-9ea7-10529ad84b72" providerId="AD"/>
  <p188:author id="{A612DC40-C8D7-FE74-05CF-B649E2DC17FE}" name="Paul Sutton" initials="PS" userId="S::paul.sutton@ofgem.gov.uk::3db0fa26-54b3-4670-94ce-542542b21d7e" providerId="AD"/>
  <p188:author id="{2D424A45-791A-64A6-95FF-4B253F72E633}" name="Ruth Somerville" initials="RS" userId="S::Ruth.Somerville@ofgem.gov.uk::895d7e08-18e9-44f9-92ae-ac1180c458cb" providerId="AD"/>
  <p188:author id="{08986458-CE90-08BE-4F22-6D81F62833A1}" name="Kenny Awuson-David" initials="" userId="S::Kenny.Awuson-David@ofgem.gov.uk::f9156335-9bcb-46bb-aa30-fb9544900f8a" providerId="AD"/>
  <p188:author id="{D9F2B45A-4913-C0EE-1A7F-5483F2B32B2A}" name="Emma Glover" initials="EG" userId="S::emma.glover@ofgem.gov.uk::f89281f0-e250-4ca8-a4fb-64ff37d174bf" providerId="AD"/>
  <p188:author id="{0A692560-0EDF-F135-4091-C1856F0E1629}" name="Kenny Awuson-David" initials="KA" userId="S::kenny.awuson-david@ofgem.gov.uk::f9156335-9bcb-46bb-aa30-fb9544900f8a" providerId="AD"/>
  <p188:author id="{73400766-4706-AC3E-A74B-D8F8F667ECED}" name="Natasha Zoe Smith" initials="NS" userId="S::natashazoe.smith@ofgem.gov.uk::db9654f7-c78c-438c-a2c8-d43f5a0fa726" providerId="AD"/>
  <p188:author id="{9A47CB6D-A34D-6608-939C-EB544DE177BE}" name="Stuart Okin" initials="SO" userId="S::Stuart.Okin@ofgem.gov.uk::69afec51-bd75-4eed-a1c9-a58bb8723dca" providerId="AD"/>
  <p188:author id="{C917B37F-BDC8-8CCF-A37A-5417494458FE}" name="Sonya Mahgani" initials="SM" userId="S::Sonya.Mahgani@ofgem.gov.uk::99f60a3c-3c71-458a-b64e-4f99d97583cc" providerId="AD"/>
  <p188:author id="{888DD8BD-F011-C545-3925-BDBD741A0679}" name="Hariharan Ramachandran" initials="HR" userId="S::Hariharan.Ramachandran@ofgem.gov.uk::5ed4d455-9c2f-4996-9b7a-bfef72f29760" providerId="AD"/>
  <p188:author id="{77E8EAD6-D035-3C88-181C-84C132487680}" name="Gabriella Biazotti" initials="GB" userId="S::Gabriella.Biazotti@ofgem.gov.uk::c6794eb4-dcff-436a-8e51-68f86fd21e04" providerId="AD"/>
  <p188:author id="{555813F7-2A34-5D9B-4EC3-A8F95524A17D}" name="Paul Sutton" initials="PS" userId="S::Paul.Sutton@ofgem.gov.uk::3db0fa26-54b3-4670-94ce-542542b21d7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0404"/>
    <a:srgbClr val="00353E"/>
    <a:srgbClr val="005260"/>
    <a:srgbClr val="003E48"/>
    <a:srgbClr val="007386"/>
    <a:srgbClr val="3C7584"/>
    <a:srgbClr val="F47929"/>
    <a:srgbClr val="D62346"/>
    <a:srgbClr val="FFBD11"/>
    <a:srgbClr val="1F88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32AD36-CB3D-4C09-A138-E29F2AF8F135}" v="8" dt="2026-10-25T19:14:31.6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uart O" userId="090228546056007b" providerId="LiveId" clId="{BDEB822B-E5C9-4B2C-9E8D-B24E7EA8FC0E}"/>
    <pc:docChg chg="undo custSel addSld delSld modSld">
      <pc:chgData name="Stuart O" userId="090228546056007b" providerId="LiveId" clId="{BDEB822B-E5C9-4B2C-9E8D-B24E7EA8FC0E}" dt="2026-10-26T00:05:10.701" v="40" actId="20577"/>
      <pc:docMkLst>
        <pc:docMk/>
      </pc:docMkLst>
      <pc:sldChg chg="modSp mod">
        <pc:chgData name="Stuart O" userId="090228546056007b" providerId="LiveId" clId="{BDEB822B-E5C9-4B2C-9E8D-B24E7EA8FC0E}" dt="2026-10-26T00:05:10.701" v="40" actId="20577"/>
        <pc:sldMkLst>
          <pc:docMk/>
          <pc:sldMk cId="1542367299" sldId="256"/>
        </pc:sldMkLst>
        <pc:spChg chg="mod">
          <ac:chgData name="Stuart O" userId="090228546056007b" providerId="LiveId" clId="{BDEB822B-E5C9-4B2C-9E8D-B24E7EA8FC0E}" dt="2026-10-26T00:05:10.701" v="40" actId="20577"/>
          <ac:spMkLst>
            <pc:docMk/>
            <pc:sldMk cId="1542367299" sldId="256"/>
            <ac:spMk id="6" creationId="{D2E58DD6-BB91-FE80-94C3-A1BD935C36E7}"/>
          </ac:spMkLst>
        </pc:spChg>
      </pc:sldChg>
      <pc:sldChg chg="modSp mod">
        <pc:chgData name="Stuart O" userId="090228546056007b" providerId="LiveId" clId="{BDEB822B-E5C9-4B2C-9E8D-B24E7EA8FC0E}" dt="2026-10-26T00:04:36.345" v="3" actId="1076"/>
        <pc:sldMkLst>
          <pc:docMk/>
          <pc:sldMk cId="3180154284" sldId="268"/>
        </pc:sldMkLst>
        <pc:grpChg chg="mod">
          <ac:chgData name="Stuart O" userId="090228546056007b" providerId="LiveId" clId="{BDEB822B-E5C9-4B2C-9E8D-B24E7EA8FC0E}" dt="2026-10-26T00:04:36.345" v="3" actId="1076"/>
          <ac:grpSpMkLst>
            <pc:docMk/>
            <pc:sldMk cId="3180154284" sldId="268"/>
            <ac:grpSpMk id="33" creationId="{5889AF1E-BB23-E54E-C15B-399D99C28E15}"/>
          </ac:grpSpMkLst>
        </pc:grpChg>
      </pc:sldChg>
      <pc:sldChg chg="add del">
        <pc:chgData name="Stuart O" userId="090228546056007b" providerId="LiveId" clId="{BDEB822B-E5C9-4B2C-9E8D-B24E7EA8FC0E}" dt="2026-10-25T23:57:56.512" v="1" actId="47"/>
        <pc:sldMkLst>
          <pc:docMk/>
          <pc:sldMk cId="1172515912" sldId="289"/>
        </pc:sldMkLst>
      </pc:sldChg>
      <pc:sldChg chg="del">
        <pc:chgData name="Stuart O" userId="090228546056007b" providerId="LiveId" clId="{BDEB822B-E5C9-4B2C-9E8D-B24E7EA8FC0E}" dt="2026-10-25T23:57:59.677" v="2" actId="47"/>
        <pc:sldMkLst>
          <pc:docMk/>
          <pc:sldMk cId="3857426876" sldId="290"/>
        </pc:sldMkLst>
      </pc:sldChg>
    </pc:docChg>
  </pc:docChgLst>
  <pc:docChgLst>
    <pc:chgData name="Stuart Okin" userId="69afec51-bd75-4eed-a1c9-a58bb8723dca" providerId="ADAL" clId="{945335BC-4A28-4C81-B9FA-E3E6A6228F2F}"/>
    <pc:docChg chg="undo custSel mod addSld modSld modMainMaster">
      <pc:chgData name="Stuart Okin" userId="69afec51-bd75-4eed-a1c9-a58bb8723dca" providerId="ADAL" clId="{945335BC-4A28-4C81-B9FA-E3E6A6228F2F}" dt="2026-10-25T19:15:23.169" v="1250" actId="478"/>
      <pc:docMkLst>
        <pc:docMk/>
      </pc:docMkLst>
      <pc:sldChg chg="addSp modSp mod modAnim">
        <pc:chgData name="Stuart Okin" userId="69afec51-bd75-4eed-a1c9-a58bb8723dca" providerId="ADAL" clId="{945335BC-4A28-4C81-B9FA-E3E6A6228F2F}" dt="2026-10-25T18:38:40.282" v="672" actId="20577"/>
        <pc:sldMkLst>
          <pc:docMk/>
          <pc:sldMk cId="3180154284" sldId="268"/>
        </pc:sldMkLst>
        <pc:spChg chg="mod">
          <ac:chgData name="Stuart Okin" userId="69afec51-bd75-4eed-a1c9-a58bb8723dca" providerId="ADAL" clId="{945335BC-4A28-4C81-B9FA-E3E6A6228F2F}" dt="2026-10-25T18:37:19.765" v="605" actId="20577"/>
          <ac:spMkLst>
            <pc:docMk/>
            <pc:sldMk cId="3180154284" sldId="268"/>
            <ac:spMk id="8" creationId="{1638657E-6C3B-77B6-9911-EEE8AF406364}"/>
          </ac:spMkLst>
        </pc:spChg>
        <pc:spChg chg="mod">
          <ac:chgData name="Stuart Okin" userId="69afec51-bd75-4eed-a1c9-a58bb8723dca" providerId="ADAL" clId="{945335BC-4A28-4C81-B9FA-E3E6A6228F2F}" dt="2026-10-25T18:38:40.282" v="672" actId="20577"/>
          <ac:spMkLst>
            <pc:docMk/>
            <pc:sldMk cId="3180154284" sldId="268"/>
            <ac:spMk id="11" creationId="{E1298F8A-B1D6-9AB5-C036-617C6C2279D0}"/>
          </ac:spMkLst>
        </pc:spChg>
      </pc:sldChg>
      <pc:sldChg chg="addSp delSp modSp new mod">
        <pc:chgData name="Stuart Okin" userId="69afec51-bd75-4eed-a1c9-a58bb8723dca" providerId="ADAL" clId="{945335BC-4A28-4C81-B9FA-E3E6A6228F2F}" dt="2026-10-25T19:13:47.722" v="1243" actId="20577"/>
        <pc:sldMkLst>
          <pc:docMk/>
          <pc:sldMk cId="1172515912" sldId="289"/>
        </pc:sldMkLst>
        <pc:spChg chg="del">
          <ac:chgData name="Stuart Okin" userId="69afec51-bd75-4eed-a1c9-a58bb8723dca" providerId="ADAL" clId="{945335BC-4A28-4C81-B9FA-E3E6A6228F2F}" dt="2026-10-25T18:50:27.094" v="695" actId="22"/>
          <ac:spMkLst>
            <pc:docMk/>
            <pc:sldMk cId="1172515912" sldId="289"/>
            <ac:spMk id="2" creationId="{773A5C9E-0464-75EE-678E-F31F398B8EDC}"/>
          </ac:spMkLst>
        </pc:spChg>
        <pc:spChg chg="mod">
          <ac:chgData name="Stuart Okin" userId="69afec51-bd75-4eed-a1c9-a58bb8723dca" providerId="ADAL" clId="{945335BC-4A28-4C81-B9FA-E3E6A6228F2F}" dt="2026-10-25T19:13:47.722" v="1243" actId="20577"/>
          <ac:spMkLst>
            <pc:docMk/>
            <pc:sldMk cId="1172515912" sldId="289"/>
            <ac:spMk id="3" creationId="{6835AEE5-1657-0E29-95BC-2EE017729747}"/>
          </ac:spMkLst>
        </pc:spChg>
        <pc:spChg chg="add del mod">
          <ac:chgData name="Stuart Okin" userId="69afec51-bd75-4eed-a1c9-a58bb8723dca" providerId="ADAL" clId="{945335BC-4A28-4C81-B9FA-E3E6A6228F2F}" dt="2026-10-25T19:12:45.963" v="1239" actId="478"/>
          <ac:spMkLst>
            <pc:docMk/>
            <pc:sldMk cId="1172515912" sldId="289"/>
            <ac:spMk id="22" creationId="{C3E38789-18EC-F794-5DAB-EA4B07872B50}"/>
          </ac:spMkLst>
        </pc:spChg>
        <pc:spChg chg="add del mod ord">
          <ac:chgData name="Stuart Okin" userId="69afec51-bd75-4eed-a1c9-a58bb8723dca" providerId="ADAL" clId="{945335BC-4A28-4C81-B9FA-E3E6A6228F2F}" dt="2026-10-25T19:12:45.963" v="1239" actId="478"/>
          <ac:spMkLst>
            <pc:docMk/>
            <pc:sldMk cId="1172515912" sldId="289"/>
            <ac:spMk id="24" creationId="{3C327CB1-2FCB-386D-3A2F-76BEAFB7931C}"/>
          </ac:spMkLst>
        </pc:spChg>
        <pc:spChg chg="add del mod">
          <ac:chgData name="Stuart Okin" userId="69afec51-bd75-4eed-a1c9-a58bb8723dca" providerId="ADAL" clId="{945335BC-4A28-4C81-B9FA-E3E6A6228F2F}" dt="2026-10-25T19:12:45.963" v="1239" actId="478"/>
          <ac:spMkLst>
            <pc:docMk/>
            <pc:sldMk cId="1172515912" sldId="289"/>
            <ac:spMk id="26" creationId="{5BFA1717-4537-0865-52A3-96F1006E722D}"/>
          </ac:spMkLst>
        </pc:spChg>
        <pc:spChg chg="add del mod ord">
          <ac:chgData name="Stuart Okin" userId="69afec51-bd75-4eed-a1c9-a58bb8723dca" providerId="ADAL" clId="{945335BC-4A28-4C81-B9FA-E3E6A6228F2F}" dt="2026-10-25T19:12:45.963" v="1239" actId="478"/>
          <ac:spMkLst>
            <pc:docMk/>
            <pc:sldMk cId="1172515912" sldId="289"/>
            <ac:spMk id="28" creationId="{D68D7BEA-B0DD-771C-61B9-9526740436F1}"/>
          </ac:spMkLst>
        </pc:spChg>
        <pc:spChg chg="add mod ord">
          <ac:chgData name="Stuart Okin" userId="69afec51-bd75-4eed-a1c9-a58bb8723dca" providerId="ADAL" clId="{945335BC-4A28-4C81-B9FA-E3E6A6228F2F}" dt="2026-10-25T19:13:22.054" v="1240" actId="14100"/>
          <ac:spMkLst>
            <pc:docMk/>
            <pc:sldMk cId="1172515912" sldId="289"/>
            <ac:spMk id="29" creationId="{520D911F-085B-1EC5-13D8-6B8B67CF6F8A}"/>
          </ac:spMkLst>
        </pc:spChg>
        <pc:spChg chg="add mod">
          <ac:chgData name="Stuart Okin" userId="69afec51-bd75-4eed-a1c9-a58bb8723dca" providerId="ADAL" clId="{945335BC-4A28-4C81-B9FA-E3E6A6228F2F}" dt="2026-10-25T19:09:56.631" v="1021" actId="14100"/>
          <ac:spMkLst>
            <pc:docMk/>
            <pc:sldMk cId="1172515912" sldId="289"/>
            <ac:spMk id="31" creationId="{D13B9CDF-0774-F067-0736-622D72C6E206}"/>
          </ac:spMkLst>
        </pc:spChg>
        <pc:spChg chg="add mod">
          <ac:chgData name="Stuart Okin" userId="69afec51-bd75-4eed-a1c9-a58bb8723dca" providerId="ADAL" clId="{945335BC-4A28-4C81-B9FA-E3E6A6228F2F}" dt="2026-10-25T19:10:44.244" v="1124" actId="1035"/>
          <ac:spMkLst>
            <pc:docMk/>
            <pc:sldMk cId="1172515912" sldId="289"/>
            <ac:spMk id="33" creationId="{03A6F583-F80D-95C6-D1DD-BA831A9AF6CF}"/>
          </ac:spMkLst>
        </pc:spChg>
        <pc:spChg chg="add mod ord">
          <ac:chgData name="Stuart Okin" userId="69afec51-bd75-4eed-a1c9-a58bb8723dca" providerId="ADAL" clId="{945335BC-4A28-4C81-B9FA-E3E6A6228F2F}" dt="2026-10-25T19:13:22.054" v="1240" actId="14100"/>
          <ac:spMkLst>
            <pc:docMk/>
            <pc:sldMk cId="1172515912" sldId="289"/>
            <ac:spMk id="35" creationId="{B0C0D2D8-5DE8-6CC4-CE13-FCC568CCBD26}"/>
          </ac:spMkLst>
        </pc:spChg>
        <pc:grpChg chg="add del mod">
          <ac:chgData name="Stuart Okin" userId="69afec51-bd75-4eed-a1c9-a58bb8723dca" providerId="ADAL" clId="{945335BC-4A28-4C81-B9FA-E3E6A6228F2F}" dt="2026-10-25T18:52:48.448" v="742" actId="165"/>
          <ac:grpSpMkLst>
            <pc:docMk/>
            <pc:sldMk cId="1172515912" sldId="289"/>
            <ac:grpSpMk id="14" creationId="{C31E1EF9-45B2-ADCA-C62D-ECC7C5BF6D12}"/>
          </ac:grpSpMkLst>
        </pc:grpChg>
        <pc:grpChg chg="add mod ord">
          <ac:chgData name="Stuart Okin" userId="69afec51-bd75-4eed-a1c9-a58bb8723dca" providerId="ADAL" clId="{945335BC-4A28-4C81-B9FA-E3E6A6228F2F}" dt="2026-10-25T19:10:22.305" v="1022" actId="166"/>
          <ac:grpSpMkLst>
            <pc:docMk/>
            <pc:sldMk cId="1172515912" sldId="289"/>
            <ac:grpSpMk id="15" creationId="{AB3ABF40-BF76-DF99-FF5D-56F70CE2C7D2}"/>
          </ac:grpSpMkLst>
        </pc:grpChg>
        <pc:picChg chg="add mod ord">
          <ac:chgData name="Stuart Okin" userId="69afec51-bd75-4eed-a1c9-a58bb8723dca" providerId="ADAL" clId="{945335BC-4A28-4C81-B9FA-E3E6A6228F2F}" dt="2026-10-25T19:01:54.014" v="895" actId="166"/>
          <ac:picMkLst>
            <pc:docMk/>
            <pc:sldMk cId="1172515912" sldId="289"/>
            <ac:picMk id="5" creationId="{FD85F4AB-C6A2-EBE6-D3D6-F79FAB93D1C2}"/>
          </ac:picMkLst>
        </pc:picChg>
        <pc:picChg chg="add mod ord">
          <ac:chgData name="Stuart Okin" userId="69afec51-bd75-4eed-a1c9-a58bb8723dca" providerId="ADAL" clId="{945335BC-4A28-4C81-B9FA-E3E6A6228F2F}" dt="2026-10-25T19:02:44.604" v="912" actId="166"/>
          <ac:picMkLst>
            <pc:docMk/>
            <pc:sldMk cId="1172515912" sldId="289"/>
            <ac:picMk id="7" creationId="{F59BCB84-60AE-9D22-7034-0C5FFB94577A}"/>
          </ac:picMkLst>
        </pc:picChg>
        <pc:picChg chg="add mod ord topLvl">
          <ac:chgData name="Stuart Okin" userId="69afec51-bd75-4eed-a1c9-a58bb8723dca" providerId="ADAL" clId="{945335BC-4A28-4C81-B9FA-E3E6A6228F2F}" dt="2026-10-25T18:53:01.579" v="743" actId="338"/>
          <ac:picMkLst>
            <pc:docMk/>
            <pc:sldMk cId="1172515912" sldId="289"/>
            <ac:picMk id="9" creationId="{81C8DCF7-D26D-DF5B-2C55-D908FB0000A6}"/>
          </ac:picMkLst>
        </pc:picChg>
        <pc:picChg chg="add mod topLvl">
          <ac:chgData name="Stuart Okin" userId="69afec51-bd75-4eed-a1c9-a58bb8723dca" providerId="ADAL" clId="{945335BC-4A28-4C81-B9FA-E3E6A6228F2F}" dt="2026-10-25T18:53:01.579" v="743" actId="338"/>
          <ac:picMkLst>
            <pc:docMk/>
            <pc:sldMk cId="1172515912" sldId="289"/>
            <ac:picMk id="11" creationId="{63C8B513-1BBB-364C-86C0-99D2A9D1F342}"/>
          </ac:picMkLst>
        </pc:picChg>
        <pc:picChg chg="add mod ord">
          <ac:chgData name="Stuart Okin" userId="69afec51-bd75-4eed-a1c9-a58bb8723dca" providerId="ADAL" clId="{945335BC-4A28-4C81-B9FA-E3E6A6228F2F}" dt="2026-10-25T19:10:22.305" v="1022" actId="166"/>
          <ac:picMkLst>
            <pc:docMk/>
            <pc:sldMk cId="1172515912" sldId="289"/>
            <ac:picMk id="13" creationId="{C4B83DB6-2062-AC98-F3A9-669766B70138}"/>
          </ac:picMkLst>
        </pc:picChg>
        <pc:picChg chg="add mod ord">
          <ac:chgData name="Stuart Okin" userId="69afec51-bd75-4eed-a1c9-a58bb8723dca" providerId="ADAL" clId="{945335BC-4A28-4C81-B9FA-E3E6A6228F2F}" dt="2026-10-25T19:11:23.750" v="1238" actId="166"/>
          <ac:picMkLst>
            <pc:docMk/>
            <pc:sldMk cId="1172515912" sldId="289"/>
            <ac:picMk id="17" creationId="{04EAA8E0-AA7E-AC13-84BF-3365B812A67A}"/>
          </ac:picMkLst>
        </pc:picChg>
        <pc:picChg chg="add del mod ord">
          <ac:chgData name="Stuart Okin" userId="69afec51-bd75-4eed-a1c9-a58bb8723dca" providerId="ADAL" clId="{945335BC-4A28-4C81-B9FA-E3E6A6228F2F}" dt="2026-10-25T18:58:51.156" v="883" actId="478"/>
          <ac:picMkLst>
            <pc:docMk/>
            <pc:sldMk cId="1172515912" sldId="289"/>
            <ac:picMk id="19" creationId="{FE40DF48-B13C-4D2E-CF5B-27A6D550F4A8}"/>
          </ac:picMkLst>
        </pc:picChg>
        <pc:picChg chg="add mod ord">
          <ac:chgData name="Stuart Okin" userId="69afec51-bd75-4eed-a1c9-a58bb8723dca" providerId="ADAL" clId="{945335BC-4A28-4C81-B9FA-E3E6A6228F2F}" dt="2026-10-25T18:59:46.604" v="887" actId="14100"/>
          <ac:picMkLst>
            <pc:docMk/>
            <pc:sldMk cId="1172515912" sldId="289"/>
            <ac:picMk id="21" creationId="{09E1D400-9231-1491-77CC-D6A07825CDDB}"/>
          </ac:picMkLst>
        </pc:picChg>
      </pc:sldChg>
      <pc:sldChg chg="addSp delSp modSp add mod">
        <pc:chgData name="Stuart Okin" userId="69afec51-bd75-4eed-a1c9-a58bb8723dca" providerId="ADAL" clId="{945335BC-4A28-4C81-B9FA-E3E6A6228F2F}" dt="2026-10-25T19:15:23.169" v="1250" actId="478"/>
        <pc:sldMkLst>
          <pc:docMk/>
          <pc:sldMk cId="3857426876" sldId="290"/>
        </pc:sldMkLst>
        <pc:spChg chg="del">
          <ac:chgData name="Stuart Okin" userId="69afec51-bd75-4eed-a1c9-a58bb8723dca" providerId="ADAL" clId="{945335BC-4A28-4C81-B9FA-E3E6A6228F2F}" dt="2026-10-25T19:14:35.950" v="1245" actId="478"/>
          <ac:spMkLst>
            <pc:docMk/>
            <pc:sldMk cId="3857426876" sldId="290"/>
            <ac:spMk id="3" creationId="{74B5937A-903F-C4BC-9B26-E46B2C54297B}"/>
          </ac:spMkLst>
        </pc:spChg>
        <pc:spChg chg="add del mod">
          <ac:chgData name="Stuart Okin" userId="69afec51-bd75-4eed-a1c9-a58bb8723dca" providerId="ADAL" clId="{945335BC-4A28-4C81-B9FA-E3E6A6228F2F}" dt="2026-10-25T19:15:23.169" v="1250" actId="478"/>
          <ac:spMkLst>
            <pc:docMk/>
            <pc:sldMk cId="3857426876" sldId="290"/>
            <ac:spMk id="4" creationId="{8D5D6586-53B3-CDC5-41BF-50E86986E6C3}"/>
          </ac:spMkLst>
        </pc:spChg>
        <pc:picChg chg="add del">
          <ac:chgData name="Stuart Okin" userId="69afec51-bd75-4eed-a1c9-a58bb8723dca" providerId="ADAL" clId="{945335BC-4A28-4C81-B9FA-E3E6A6228F2F}" dt="2026-10-25T19:15:02.513" v="1249" actId="478"/>
          <ac:picMkLst>
            <pc:docMk/>
            <pc:sldMk cId="3857426876" sldId="290"/>
            <ac:picMk id="21" creationId="{8B30E79B-86DE-B680-E066-A64DD0B83FF5}"/>
          </ac:picMkLst>
        </pc:picChg>
      </pc:sldChg>
      <pc:sldMasterChg chg="addSp modSp mod">
        <pc:chgData name="Stuart Okin" userId="69afec51-bd75-4eed-a1c9-a58bb8723dca" providerId="ADAL" clId="{945335BC-4A28-4C81-B9FA-E3E6A6228F2F}" dt="2026-10-25T18:36:55.888" v="573" actId="33475"/>
        <pc:sldMasterMkLst>
          <pc:docMk/>
          <pc:sldMasterMk cId="1725717184" sldId="2147483676"/>
        </pc:sldMasterMkLst>
        <pc:spChg chg="add mod">
          <ac:chgData name="Stuart Okin" userId="69afec51-bd75-4eed-a1c9-a58bb8723dca" providerId="ADAL" clId="{945335BC-4A28-4C81-B9FA-E3E6A6228F2F}" dt="2026-10-25T18:36:55.888" v="573" actId="33475"/>
          <ac:spMkLst>
            <pc:docMk/>
            <pc:sldMasterMk cId="1725717184" sldId="2147483676"/>
            <ac:spMk id="8" creationId="{AED72447-60F7-EB76-EF41-30934D45A625}"/>
          </ac:spMkLst>
        </pc:spChg>
        <pc:spChg chg="add">
          <ac:chgData name="Stuart Okin" userId="69afec51-bd75-4eed-a1c9-a58bb8723dca" providerId="ADAL" clId="{945335BC-4A28-4C81-B9FA-E3E6A6228F2F}" dt="2026-10-25T18:36:55.888" v="573" actId="33475"/>
          <ac:spMkLst>
            <pc:docMk/>
            <pc:sldMasterMk cId="1725717184" sldId="2147483676"/>
            <ac:spMk id="10" creationId="{322CE46E-BC46-5678-A6FE-8DDC4E0A94DF}"/>
          </ac:spMkLst>
        </pc:spChg>
      </pc:sldMasterChg>
      <pc:sldMasterChg chg="addSp modSp mod">
        <pc:chgData name="Stuart Okin" userId="69afec51-bd75-4eed-a1c9-a58bb8723dca" providerId="ADAL" clId="{945335BC-4A28-4C81-B9FA-E3E6A6228F2F}" dt="2026-10-25T18:36:55.888" v="573" actId="33475"/>
        <pc:sldMasterMkLst>
          <pc:docMk/>
          <pc:sldMasterMk cId="1833687607" sldId="2147483718"/>
        </pc:sldMasterMkLst>
        <pc:spChg chg="add mod">
          <ac:chgData name="Stuart Okin" userId="69afec51-bd75-4eed-a1c9-a58bb8723dca" providerId="ADAL" clId="{945335BC-4A28-4C81-B9FA-E3E6A6228F2F}" dt="2026-10-25T18:36:55.888" v="573" actId="33475"/>
          <ac:spMkLst>
            <pc:docMk/>
            <pc:sldMasterMk cId="1833687607" sldId="2147483718"/>
            <ac:spMk id="8" creationId="{AED72447-60F7-EB76-EF41-30934D45A625}"/>
          </ac:spMkLst>
        </pc:spChg>
        <pc:spChg chg="add">
          <ac:chgData name="Stuart Okin" userId="69afec51-bd75-4eed-a1c9-a58bb8723dca" providerId="ADAL" clId="{945335BC-4A28-4C81-B9FA-E3E6A6228F2F}" dt="2026-10-25T18:36:55.888" v="573" actId="33475"/>
          <ac:spMkLst>
            <pc:docMk/>
            <pc:sldMasterMk cId="1833687607" sldId="2147483718"/>
            <ac:spMk id="10" creationId="{537FD5A8-7747-4A03-FBDA-900F47949D02}"/>
          </ac:spMkLst>
        </pc:spChg>
      </pc:sldMasterChg>
      <pc:sldMasterChg chg="addSp modSp mod">
        <pc:chgData name="Stuart Okin" userId="69afec51-bd75-4eed-a1c9-a58bb8723dca" providerId="ADAL" clId="{945335BC-4A28-4C81-B9FA-E3E6A6228F2F}" dt="2026-10-25T18:36:55.888" v="573" actId="33475"/>
        <pc:sldMasterMkLst>
          <pc:docMk/>
          <pc:sldMasterMk cId="3787671838" sldId="2147483750"/>
        </pc:sldMasterMkLst>
        <pc:spChg chg="add mod">
          <ac:chgData name="Stuart Okin" userId="69afec51-bd75-4eed-a1c9-a58bb8723dca" providerId="ADAL" clId="{945335BC-4A28-4C81-B9FA-E3E6A6228F2F}" dt="2026-10-25T18:36:55.888" v="573" actId="33475"/>
          <ac:spMkLst>
            <pc:docMk/>
            <pc:sldMasterMk cId="3787671838" sldId="2147483750"/>
            <ac:spMk id="8" creationId="{AED72447-60F7-EB76-EF41-30934D45A625}"/>
          </ac:spMkLst>
        </pc:spChg>
        <pc:spChg chg="add">
          <ac:chgData name="Stuart Okin" userId="69afec51-bd75-4eed-a1c9-a58bb8723dca" providerId="ADAL" clId="{945335BC-4A28-4C81-B9FA-E3E6A6228F2F}" dt="2026-10-25T18:36:55.888" v="573" actId="33475"/>
          <ac:spMkLst>
            <pc:docMk/>
            <pc:sldMasterMk cId="3787671838" sldId="2147483750"/>
            <ac:spMk id="10" creationId="{38766EC8-4DC0-47BB-8DF0-F0ECA3046B8F}"/>
          </ac:spMkLst>
        </pc:spChg>
      </pc:sldMasterChg>
    </pc:docChg>
  </pc:docChgLst>
</pc:chgInfo>
</file>

<file path=ppt/comments/modernComment_10C_BD8D4DA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E99EF33-45EB-44A9-9C58-A08DF26D9942}" authorId="{2D424A45-791A-64A6-95FF-4B253F72E633}" status="resolved" created="2024-12-12T12:44:18.949" complete="100000">
    <pc:sldMkLst xmlns:pc="http://schemas.microsoft.com/office/powerpoint/2013/main/command">
      <pc:docMk/>
      <pc:sldMk cId="3180154284" sldId="268"/>
    </pc:sldMkLst>
    <p188:replyLst>
      <p188:reply id="{48D9181C-BBEA-43CF-9231-086497002544}" authorId="{888DD8BD-F011-C545-3925-BDBD741A0679}" created="2024-12-13T11:40:32.667">
        <p188:txBody>
          <a:bodyPr/>
          <a:lstStyle/>
          <a:p>
            <a:r>
              <a:rPr lang="en-GB"/>
              <a:t>Amended thank you</a:t>
            </a:r>
          </a:p>
        </p188:txBody>
      </p188:reply>
    </p188:replyLst>
    <p188:txBody>
      <a:bodyPr/>
      <a:lstStyle/>
      <a:p>
        <a:r>
          <a:rPr lang="en-GB"/>
          <a:t>Do we want to say that we actually make the rules as well as making sure companies stick to them?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6-03T11:58:56.334" authorId="{555813F7-2A34-5D9B-4EC3-A8F95524A17D}"/>
          </p223:rxn>
        </p223:reactions>
      </p:ext>
    </p188:extLst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C32B05-62EA-407A-B21C-2310C7945705}" type="doc">
      <dgm:prSet loTypeId="urn:microsoft.com/office/officeart/2005/8/layout/cycle8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2C5C993-2D65-4BB0-A6B2-BE7D3F9C43C2}">
      <dgm:prSet phldrT="[Text]"/>
      <dgm:spPr/>
      <dgm:t>
        <a:bodyPr/>
        <a:lstStyle/>
        <a:p>
          <a:r>
            <a:rPr lang="en-US"/>
            <a:t>Cyber Strategy &amp; Policy</a:t>
          </a:r>
        </a:p>
      </dgm:t>
    </dgm:pt>
    <dgm:pt modelId="{6C53AFCD-6E29-4E3F-999F-41047A9320B5}" type="parTrans" cxnId="{A476C2A5-8FD1-451C-B4B9-33580FF918DD}">
      <dgm:prSet/>
      <dgm:spPr/>
      <dgm:t>
        <a:bodyPr/>
        <a:lstStyle/>
        <a:p>
          <a:endParaRPr lang="en-US"/>
        </a:p>
      </dgm:t>
    </dgm:pt>
    <dgm:pt modelId="{43DD8405-252E-423F-99DB-8319ED9821DA}" type="sibTrans" cxnId="{A476C2A5-8FD1-451C-B4B9-33580FF918DD}">
      <dgm:prSet/>
      <dgm:spPr/>
      <dgm:t>
        <a:bodyPr/>
        <a:lstStyle/>
        <a:p>
          <a:endParaRPr lang="en-US"/>
        </a:p>
      </dgm:t>
    </dgm:pt>
    <dgm:pt modelId="{668B296D-90E5-40AE-A274-2BAFEE3E2DC8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Cyber Investments</a:t>
          </a:r>
        </a:p>
      </dgm:t>
    </dgm:pt>
    <dgm:pt modelId="{F08CF87E-9BE2-4724-8799-0ABF8A301A44}" type="parTrans" cxnId="{74180FB9-B0C1-4A1A-836E-34BC0A5AC624}">
      <dgm:prSet/>
      <dgm:spPr/>
      <dgm:t>
        <a:bodyPr/>
        <a:lstStyle/>
        <a:p>
          <a:endParaRPr lang="en-GB"/>
        </a:p>
      </dgm:t>
    </dgm:pt>
    <dgm:pt modelId="{8D508730-26B5-4CCE-8C28-27A74AACD04B}" type="sibTrans" cxnId="{74180FB9-B0C1-4A1A-836E-34BC0A5AC624}">
      <dgm:prSet/>
      <dgm:spPr/>
      <dgm:t>
        <a:bodyPr/>
        <a:lstStyle/>
        <a:p>
          <a:endParaRPr lang="en-GB"/>
        </a:p>
      </dgm:t>
    </dgm:pt>
    <dgm:pt modelId="{5B8EC7FB-B929-40F5-8792-7C5A4827B48D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Assurance and Response</a:t>
          </a:r>
        </a:p>
      </dgm:t>
    </dgm:pt>
    <dgm:pt modelId="{844DD19D-96B1-44E9-99AE-D98CD589EC8E}" type="parTrans" cxnId="{BCC5285A-2D7E-48FB-AD26-66E5FED37FEB}">
      <dgm:prSet/>
      <dgm:spPr/>
      <dgm:t>
        <a:bodyPr/>
        <a:lstStyle/>
        <a:p>
          <a:endParaRPr lang="en-GB"/>
        </a:p>
      </dgm:t>
    </dgm:pt>
    <dgm:pt modelId="{79510D09-274E-4B33-ABBD-BF0F5ED4E936}" type="sibTrans" cxnId="{BCC5285A-2D7E-48FB-AD26-66E5FED37FEB}">
      <dgm:prSet/>
      <dgm:spPr/>
      <dgm:t>
        <a:bodyPr/>
        <a:lstStyle/>
        <a:p>
          <a:endParaRPr lang="en-GB"/>
        </a:p>
      </dgm:t>
    </dgm:pt>
    <dgm:pt modelId="{666CD03F-B49E-4CD6-97DB-02DD6196910B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Guidance &amp; Monitoring</a:t>
          </a:r>
        </a:p>
      </dgm:t>
    </dgm:pt>
    <dgm:pt modelId="{00BF42C3-F3BC-4F66-AFD8-AE7E39619C42}" type="parTrans" cxnId="{3941CFF7-4E01-41AC-BE8F-26250529ACF1}">
      <dgm:prSet/>
      <dgm:spPr/>
      <dgm:t>
        <a:bodyPr/>
        <a:lstStyle/>
        <a:p>
          <a:endParaRPr lang="en-GB"/>
        </a:p>
      </dgm:t>
    </dgm:pt>
    <dgm:pt modelId="{DF606C95-0953-4F5E-BD4E-37CFAC8D034C}" type="sibTrans" cxnId="{3941CFF7-4E01-41AC-BE8F-26250529ACF1}">
      <dgm:prSet/>
      <dgm:spPr/>
      <dgm:t>
        <a:bodyPr/>
        <a:lstStyle/>
        <a:p>
          <a:endParaRPr lang="en-GB"/>
        </a:p>
      </dgm:t>
    </dgm:pt>
    <dgm:pt modelId="{7E172F1F-0623-4802-9CA6-44CCD3910670}">
      <dgm:prSet phldrT="[Text]"/>
      <dgm:spPr/>
      <dgm:t>
        <a:bodyPr/>
        <a:lstStyle/>
        <a:p>
          <a:r>
            <a:rPr lang="en-US"/>
            <a:t>Emerging Technologies</a:t>
          </a:r>
        </a:p>
      </dgm:t>
    </dgm:pt>
    <dgm:pt modelId="{77021784-F6DB-4B21-9BD2-0F79C5739B5E}" type="parTrans" cxnId="{59F9A29A-A6C0-4516-9F07-281D2984D60C}">
      <dgm:prSet/>
      <dgm:spPr/>
      <dgm:t>
        <a:bodyPr/>
        <a:lstStyle/>
        <a:p>
          <a:endParaRPr lang="en-GB"/>
        </a:p>
      </dgm:t>
    </dgm:pt>
    <dgm:pt modelId="{20390BE3-47E1-49B4-B5F8-25B1DF930FE0}" type="sibTrans" cxnId="{59F9A29A-A6C0-4516-9F07-281D2984D60C}">
      <dgm:prSet/>
      <dgm:spPr/>
      <dgm:t>
        <a:bodyPr/>
        <a:lstStyle/>
        <a:p>
          <a:endParaRPr lang="en-GB"/>
        </a:p>
      </dgm:t>
    </dgm:pt>
    <dgm:pt modelId="{B8A71AF6-8747-4308-891B-90CEF8832A26}" type="pres">
      <dgm:prSet presAssocID="{B9C32B05-62EA-407A-B21C-2310C7945705}" presName="compositeShape" presStyleCnt="0">
        <dgm:presLayoutVars>
          <dgm:chMax val="7"/>
          <dgm:dir/>
          <dgm:resizeHandles val="exact"/>
        </dgm:presLayoutVars>
      </dgm:prSet>
      <dgm:spPr/>
    </dgm:pt>
    <dgm:pt modelId="{01ED1EFF-8E17-40BB-A611-56F6E3C95262}" type="pres">
      <dgm:prSet presAssocID="{B9C32B05-62EA-407A-B21C-2310C7945705}" presName="wedge1" presStyleLbl="node1" presStyleIdx="0" presStyleCnt="5"/>
      <dgm:spPr/>
    </dgm:pt>
    <dgm:pt modelId="{250F8BC5-2973-429C-BA9F-4E7155214E8F}" type="pres">
      <dgm:prSet presAssocID="{B9C32B05-62EA-407A-B21C-2310C7945705}" presName="dummy1a" presStyleCnt="0"/>
      <dgm:spPr/>
    </dgm:pt>
    <dgm:pt modelId="{9B818421-B333-4029-8B48-557244DA51B7}" type="pres">
      <dgm:prSet presAssocID="{B9C32B05-62EA-407A-B21C-2310C7945705}" presName="dummy1b" presStyleCnt="0"/>
      <dgm:spPr/>
    </dgm:pt>
    <dgm:pt modelId="{95F8D2CA-A57E-4179-8CD0-C8C331AA2935}" type="pres">
      <dgm:prSet presAssocID="{B9C32B05-62EA-407A-B21C-2310C7945705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2A82968-5287-4C28-85BA-9BFFC27AB925}" type="pres">
      <dgm:prSet presAssocID="{B9C32B05-62EA-407A-B21C-2310C7945705}" presName="wedge2" presStyleLbl="node1" presStyleIdx="1" presStyleCnt="5" custLinFactNeighborX="334"/>
      <dgm:spPr/>
    </dgm:pt>
    <dgm:pt modelId="{042A70E4-DC1A-4EC9-9C67-5F852F9180DA}" type="pres">
      <dgm:prSet presAssocID="{B9C32B05-62EA-407A-B21C-2310C7945705}" presName="dummy2a" presStyleCnt="0"/>
      <dgm:spPr/>
    </dgm:pt>
    <dgm:pt modelId="{127E126B-1418-4CC2-AA5D-4442AD7AA756}" type="pres">
      <dgm:prSet presAssocID="{B9C32B05-62EA-407A-B21C-2310C7945705}" presName="dummy2b" presStyleCnt="0"/>
      <dgm:spPr/>
    </dgm:pt>
    <dgm:pt modelId="{4AE71AFA-0C07-4219-B83B-AB3A51E4EE94}" type="pres">
      <dgm:prSet presAssocID="{B9C32B05-62EA-407A-B21C-2310C7945705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61253E6-CA99-4B1A-A017-1F97166F8220}" type="pres">
      <dgm:prSet presAssocID="{B9C32B05-62EA-407A-B21C-2310C7945705}" presName="wedge3" presStyleLbl="node1" presStyleIdx="2" presStyleCnt="5"/>
      <dgm:spPr/>
    </dgm:pt>
    <dgm:pt modelId="{3F44682D-3E0E-414D-A010-CDEE2A4AC297}" type="pres">
      <dgm:prSet presAssocID="{B9C32B05-62EA-407A-B21C-2310C7945705}" presName="dummy3a" presStyleCnt="0"/>
      <dgm:spPr/>
    </dgm:pt>
    <dgm:pt modelId="{02658175-2B8B-402F-885D-05E5A0535782}" type="pres">
      <dgm:prSet presAssocID="{B9C32B05-62EA-407A-B21C-2310C7945705}" presName="dummy3b" presStyleCnt="0"/>
      <dgm:spPr/>
    </dgm:pt>
    <dgm:pt modelId="{D26A5AE9-D6E3-4170-9BAB-9695707EB1E2}" type="pres">
      <dgm:prSet presAssocID="{B9C32B05-62EA-407A-B21C-2310C7945705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24965655-E0CB-43A4-B938-CBFA553747DE}" type="pres">
      <dgm:prSet presAssocID="{B9C32B05-62EA-407A-B21C-2310C7945705}" presName="wedge4" presStyleLbl="node1" presStyleIdx="3" presStyleCnt="5"/>
      <dgm:spPr/>
    </dgm:pt>
    <dgm:pt modelId="{83CDB0D9-D162-445C-9043-B0EEECAFFABB}" type="pres">
      <dgm:prSet presAssocID="{B9C32B05-62EA-407A-B21C-2310C7945705}" presName="dummy4a" presStyleCnt="0"/>
      <dgm:spPr/>
    </dgm:pt>
    <dgm:pt modelId="{AE5B3A44-C1A0-49EF-96A1-D964A349AF46}" type="pres">
      <dgm:prSet presAssocID="{B9C32B05-62EA-407A-B21C-2310C7945705}" presName="dummy4b" presStyleCnt="0"/>
      <dgm:spPr/>
    </dgm:pt>
    <dgm:pt modelId="{5E172169-1716-4CC3-972D-9C9AE8805781}" type="pres">
      <dgm:prSet presAssocID="{B9C32B05-62EA-407A-B21C-2310C7945705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D7A4F989-6F7B-4B06-AE71-F507CB77E7AA}" type="pres">
      <dgm:prSet presAssocID="{B9C32B05-62EA-407A-B21C-2310C7945705}" presName="wedge5" presStyleLbl="node1" presStyleIdx="4" presStyleCnt="5"/>
      <dgm:spPr/>
    </dgm:pt>
    <dgm:pt modelId="{D0DA0CC3-8F05-48AF-B445-E2348F9E3D0E}" type="pres">
      <dgm:prSet presAssocID="{B9C32B05-62EA-407A-B21C-2310C7945705}" presName="dummy5a" presStyleCnt="0"/>
      <dgm:spPr/>
    </dgm:pt>
    <dgm:pt modelId="{CFB68454-27F9-4C3C-A939-8F937790AA0C}" type="pres">
      <dgm:prSet presAssocID="{B9C32B05-62EA-407A-B21C-2310C7945705}" presName="dummy5b" presStyleCnt="0"/>
      <dgm:spPr/>
    </dgm:pt>
    <dgm:pt modelId="{F498E193-EA2D-4323-B92B-9E1466289C0A}" type="pres">
      <dgm:prSet presAssocID="{B9C32B05-62EA-407A-B21C-2310C7945705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AA0CF6D0-6238-43AA-998E-D45921C74306}" type="pres">
      <dgm:prSet presAssocID="{43DD8405-252E-423F-99DB-8319ED9821DA}" presName="arrowWedge1" presStyleLbl="fgSibTrans2D1" presStyleIdx="0" presStyleCnt="5"/>
      <dgm:spPr/>
    </dgm:pt>
    <dgm:pt modelId="{E4DAC171-4046-4823-852D-AB20B5332393}" type="pres">
      <dgm:prSet presAssocID="{DF606C95-0953-4F5E-BD4E-37CFAC8D034C}" presName="arrowWedge2" presStyleLbl="fgSibTrans2D1" presStyleIdx="1" presStyleCnt="5"/>
      <dgm:spPr/>
    </dgm:pt>
    <dgm:pt modelId="{A00718B4-FD93-4237-9A26-4668852006EE}" type="pres">
      <dgm:prSet presAssocID="{8D508730-26B5-4CCE-8C28-27A74AACD04B}" presName="arrowWedge3" presStyleLbl="fgSibTrans2D1" presStyleIdx="2" presStyleCnt="5"/>
      <dgm:spPr/>
    </dgm:pt>
    <dgm:pt modelId="{5F47DE9B-39BE-4975-949F-44EC5E85D183}" type="pres">
      <dgm:prSet presAssocID="{79510D09-274E-4B33-ABBD-BF0F5ED4E936}" presName="arrowWedge4" presStyleLbl="fgSibTrans2D1" presStyleIdx="3" presStyleCnt="5"/>
      <dgm:spPr/>
    </dgm:pt>
    <dgm:pt modelId="{EB202457-521B-4D2C-BD8F-2697BCEBF79E}" type="pres">
      <dgm:prSet presAssocID="{20390BE3-47E1-49B4-B5F8-25B1DF930FE0}" presName="arrowWedge5" presStyleLbl="fgSibTrans2D1" presStyleIdx="4" presStyleCnt="5"/>
      <dgm:spPr/>
    </dgm:pt>
  </dgm:ptLst>
  <dgm:cxnLst>
    <dgm:cxn modelId="{75512201-B84F-45A4-B560-DEF3AF7B01E2}" type="presOf" srcId="{666CD03F-B49E-4CD6-97DB-02DD6196910B}" destId="{A2A82968-5287-4C28-85BA-9BFFC27AB925}" srcOrd="0" destOrd="0" presId="urn:microsoft.com/office/officeart/2005/8/layout/cycle8"/>
    <dgm:cxn modelId="{DB8F8211-870B-4253-BBC9-A136F7985FEF}" type="presOf" srcId="{668B296D-90E5-40AE-A274-2BAFEE3E2DC8}" destId="{761253E6-CA99-4B1A-A017-1F97166F8220}" srcOrd="0" destOrd="0" presId="urn:microsoft.com/office/officeart/2005/8/layout/cycle8"/>
    <dgm:cxn modelId="{08608012-C522-408C-A751-09B6535C3D7E}" type="presOf" srcId="{7E172F1F-0623-4802-9CA6-44CCD3910670}" destId="{F498E193-EA2D-4323-B92B-9E1466289C0A}" srcOrd="1" destOrd="0" presId="urn:microsoft.com/office/officeart/2005/8/layout/cycle8"/>
    <dgm:cxn modelId="{E0B5705B-7046-4BC7-A1AE-0165DC544BDE}" type="presOf" srcId="{5B8EC7FB-B929-40F5-8792-7C5A4827B48D}" destId="{24965655-E0CB-43A4-B938-CBFA553747DE}" srcOrd="0" destOrd="0" presId="urn:microsoft.com/office/officeart/2005/8/layout/cycle8"/>
    <dgm:cxn modelId="{3E343463-B770-4402-AB3C-3FA66B755590}" type="presOf" srcId="{5B8EC7FB-B929-40F5-8792-7C5A4827B48D}" destId="{5E172169-1716-4CC3-972D-9C9AE8805781}" srcOrd="1" destOrd="0" presId="urn:microsoft.com/office/officeart/2005/8/layout/cycle8"/>
    <dgm:cxn modelId="{CDF12046-03AF-41A9-A9E8-18CFF0D6D431}" type="presOf" srcId="{02C5C993-2D65-4BB0-A6B2-BE7D3F9C43C2}" destId="{95F8D2CA-A57E-4179-8CD0-C8C331AA2935}" srcOrd="1" destOrd="0" presId="urn:microsoft.com/office/officeart/2005/8/layout/cycle8"/>
    <dgm:cxn modelId="{1F54E075-63C7-4A5A-908E-E5295DFEA13E}" type="presOf" srcId="{7E172F1F-0623-4802-9CA6-44CCD3910670}" destId="{D7A4F989-6F7B-4B06-AE71-F507CB77E7AA}" srcOrd="0" destOrd="0" presId="urn:microsoft.com/office/officeart/2005/8/layout/cycle8"/>
    <dgm:cxn modelId="{BCC5285A-2D7E-48FB-AD26-66E5FED37FEB}" srcId="{B9C32B05-62EA-407A-B21C-2310C7945705}" destId="{5B8EC7FB-B929-40F5-8792-7C5A4827B48D}" srcOrd="3" destOrd="0" parTransId="{844DD19D-96B1-44E9-99AE-D98CD589EC8E}" sibTransId="{79510D09-274E-4B33-ABBD-BF0F5ED4E936}"/>
    <dgm:cxn modelId="{EA10CC90-A0D1-4273-8377-B79BFD85F800}" type="presOf" srcId="{668B296D-90E5-40AE-A274-2BAFEE3E2DC8}" destId="{D26A5AE9-D6E3-4170-9BAB-9695707EB1E2}" srcOrd="1" destOrd="0" presId="urn:microsoft.com/office/officeart/2005/8/layout/cycle8"/>
    <dgm:cxn modelId="{59F9A29A-A6C0-4516-9F07-281D2984D60C}" srcId="{B9C32B05-62EA-407A-B21C-2310C7945705}" destId="{7E172F1F-0623-4802-9CA6-44CCD3910670}" srcOrd="4" destOrd="0" parTransId="{77021784-F6DB-4B21-9BD2-0F79C5739B5E}" sibTransId="{20390BE3-47E1-49B4-B5F8-25B1DF930FE0}"/>
    <dgm:cxn modelId="{A476C2A5-8FD1-451C-B4B9-33580FF918DD}" srcId="{B9C32B05-62EA-407A-B21C-2310C7945705}" destId="{02C5C993-2D65-4BB0-A6B2-BE7D3F9C43C2}" srcOrd="0" destOrd="0" parTransId="{6C53AFCD-6E29-4E3F-999F-41047A9320B5}" sibTransId="{43DD8405-252E-423F-99DB-8319ED9821DA}"/>
    <dgm:cxn modelId="{2B4AF9AD-F6A5-4512-A57F-A259BCCC2497}" type="presOf" srcId="{666CD03F-B49E-4CD6-97DB-02DD6196910B}" destId="{4AE71AFA-0C07-4219-B83B-AB3A51E4EE94}" srcOrd="1" destOrd="0" presId="urn:microsoft.com/office/officeart/2005/8/layout/cycle8"/>
    <dgm:cxn modelId="{E2C253AE-8400-433E-9D2D-6F6271744E6F}" type="presOf" srcId="{02C5C993-2D65-4BB0-A6B2-BE7D3F9C43C2}" destId="{01ED1EFF-8E17-40BB-A611-56F6E3C95262}" srcOrd="0" destOrd="0" presId="urn:microsoft.com/office/officeart/2005/8/layout/cycle8"/>
    <dgm:cxn modelId="{74180FB9-B0C1-4A1A-836E-34BC0A5AC624}" srcId="{B9C32B05-62EA-407A-B21C-2310C7945705}" destId="{668B296D-90E5-40AE-A274-2BAFEE3E2DC8}" srcOrd="2" destOrd="0" parTransId="{F08CF87E-9BE2-4724-8799-0ABF8A301A44}" sibTransId="{8D508730-26B5-4CCE-8C28-27A74AACD04B}"/>
    <dgm:cxn modelId="{818E82E8-EDF4-4380-9961-B84E89C1C7F7}" type="presOf" srcId="{B9C32B05-62EA-407A-B21C-2310C7945705}" destId="{B8A71AF6-8747-4308-891B-90CEF8832A26}" srcOrd="0" destOrd="0" presId="urn:microsoft.com/office/officeart/2005/8/layout/cycle8"/>
    <dgm:cxn modelId="{3941CFF7-4E01-41AC-BE8F-26250529ACF1}" srcId="{B9C32B05-62EA-407A-B21C-2310C7945705}" destId="{666CD03F-B49E-4CD6-97DB-02DD6196910B}" srcOrd="1" destOrd="0" parTransId="{00BF42C3-F3BC-4F66-AFD8-AE7E39619C42}" sibTransId="{DF606C95-0953-4F5E-BD4E-37CFAC8D034C}"/>
    <dgm:cxn modelId="{F59B47F7-146C-42DD-B26E-BE8DA15CD714}" type="presParOf" srcId="{B8A71AF6-8747-4308-891B-90CEF8832A26}" destId="{01ED1EFF-8E17-40BB-A611-56F6E3C95262}" srcOrd="0" destOrd="0" presId="urn:microsoft.com/office/officeart/2005/8/layout/cycle8"/>
    <dgm:cxn modelId="{544F12DA-417B-4182-9A16-A29E61E6E3DE}" type="presParOf" srcId="{B8A71AF6-8747-4308-891B-90CEF8832A26}" destId="{250F8BC5-2973-429C-BA9F-4E7155214E8F}" srcOrd="1" destOrd="0" presId="urn:microsoft.com/office/officeart/2005/8/layout/cycle8"/>
    <dgm:cxn modelId="{9DF345B8-F806-41F8-8447-2E9033B09E1C}" type="presParOf" srcId="{B8A71AF6-8747-4308-891B-90CEF8832A26}" destId="{9B818421-B333-4029-8B48-557244DA51B7}" srcOrd="2" destOrd="0" presId="urn:microsoft.com/office/officeart/2005/8/layout/cycle8"/>
    <dgm:cxn modelId="{097CC349-583C-4B5B-BFCF-6C82733029D8}" type="presParOf" srcId="{B8A71AF6-8747-4308-891B-90CEF8832A26}" destId="{95F8D2CA-A57E-4179-8CD0-C8C331AA2935}" srcOrd="3" destOrd="0" presId="urn:microsoft.com/office/officeart/2005/8/layout/cycle8"/>
    <dgm:cxn modelId="{5DEC8107-31BC-4D88-AB77-C67C63F56EE5}" type="presParOf" srcId="{B8A71AF6-8747-4308-891B-90CEF8832A26}" destId="{A2A82968-5287-4C28-85BA-9BFFC27AB925}" srcOrd="4" destOrd="0" presId="urn:microsoft.com/office/officeart/2005/8/layout/cycle8"/>
    <dgm:cxn modelId="{B72A2B4A-2818-45A5-9567-1764C130E77E}" type="presParOf" srcId="{B8A71AF6-8747-4308-891B-90CEF8832A26}" destId="{042A70E4-DC1A-4EC9-9C67-5F852F9180DA}" srcOrd="5" destOrd="0" presId="urn:microsoft.com/office/officeart/2005/8/layout/cycle8"/>
    <dgm:cxn modelId="{58A01F88-213C-434A-B0D3-5E5F7CAEFA13}" type="presParOf" srcId="{B8A71AF6-8747-4308-891B-90CEF8832A26}" destId="{127E126B-1418-4CC2-AA5D-4442AD7AA756}" srcOrd="6" destOrd="0" presId="urn:microsoft.com/office/officeart/2005/8/layout/cycle8"/>
    <dgm:cxn modelId="{45DD1616-0D49-4DE9-8447-B571482D3013}" type="presParOf" srcId="{B8A71AF6-8747-4308-891B-90CEF8832A26}" destId="{4AE71AFA-0C07-4219-B83B-AB3A51E4EE94}" srcOrd="7" destOrd="0" presId="urn:microsoft.com/office/officeart/2005/8/layout/cycle8"/>
    <dgm:cxn modelId="{6145E779-FC23-4D05-8CCF-E14C00C90CB2}" type="presParOf" srcId="{B8A71AF6-8747-4308-891B-90CEF8832A26}" destId="{761253E6-CA99-4B1A-A017-1F97166F8220}" srcOrd="8" destOrd="0" presId="urn:microsoft.com/office/officeart/2005/8/layout/cycle8"/>
    <dgm:cxn modelId="{29FD2698-26A6-49D4-B559-C0FD978B571A}" type="presParOf" srcId="{B8A71AF6-8747-4308-891B-90CEF8832A26}" destId="{3F44682D-3E0E-414D-A010-CDEE2A4AC297}" srcOrd="9" destOrd="0" presId="urn:microsoft.com/office/officeart/2005/8/layout/cycle8"/>
    <dgm:cxn modelId="{573AD1B6-4016-4A8F-A168-690CF4C8AEA6}" type="presParOf" srcId="{B8A71AF6-8747-4308-891B-90CEF8832A26}" destId="{02658175-2B8B-402F-885D-05E5A0535782}" srcOrd="10" destOrd="0" presId="urn:microsoft.com/office/officeart/2005/8/layout/cycle8"/>
    <dgm:cxn modelId="{8D4CFCB5-453C-47C3-8775-2664DB1DEA7E}" type="presParOf" srcId="{B8A71AF6-8747-4308-891B-90CEF8832A26}" destId="{D26A5AE9-D6E3-4170-9BAB-9695707EB1E2}" srcOrd="11" destOrd="0" presId="urn:microsoft.com/office/officeart/2005/8/layout/cycle8"/>
    <dgm:cxn modelId="{9326937A-A1A9-4CEA-AC86-A6BF5E1232E0}" type="presParOf" srcId="{B8A71AF6-8747-4308-891B-90CEF8832A26}" destId="{24965655-E0CB-43A4-B938-CBFA553747DE}" srcOrd="12" destOrd="0" presId="urn:microsoft.com/office/officeart/2005/8/layout/cycle8"/>
    <dgm:cxn modelId="{789AFC43-D6D1-4C18-A281-E07283A4B890}" type="presParOf" srcId="{B8A71AF6-8747-4308-891B-90CEF8832A26}" destId="{83CDB0D9-D162-445C-9043-B0EEECAFFABB}" srcOrd="13" destOrd="0" presId="urn:microsoft.com/office/officeart/2005/8/layout/cycle8"/>
    <dgm:cxn modelId="{B55AA7D4-B18D-4040-ACA1-A09D5B2AAACA}" type="presParOf" srcId="{B8A71AF6-8747-4308-891B-90CEF8832A26}" destId="{AE5B3A44-C1A0-49EF-96A1-D964A349AF46}" srcOrd="14" destOrd="0" presId="urn:microsoft.com/office/officeart/2005/8/layout/cycle8"/>
    <dgm:cxn modelId="{90A1E786-D0BC-45B1-B7DD-95D08CF8A871}" type="presParOf" srcId="{B8A71AF6-8747-4308-891B-90CEF8832A26}" destId="{5E172169-1716-4CC3-972D-9C9AE8805781}" srcOrd="15" destOrd="0" presId="urn:microsoft.com/office/officeart/2005/8/layout/cycle8"/>
    <dgm:cxn modelId="{DE751AE1-D5C0-4CD9-95D2-F127DD7770E9}" type="presParOf" srcId="{B8A71AF6-8747-4308-891B-90CEF8832A26}" destId="{D7A4F989-6F7B-4B06-AE71-F507CB77E7AA}" srcOrd="16" destOrd="0" presId="urn:microsoft.com/office/officeart/2005/8/layout/cycle8"/>
    <dgm:cxn modelId="{31012C85-9C78-49FC-B425-7BEC44F17E83}" type="presParOf" srcId="{B8A71AF6-8747-4308-891B-90CEF8832A26}" destId="{D0DA0CC3-8F05-48AF-B445-E2348F9E3D0E}" srcOrd="17" destOrd="0" presId="urn:microsoft.com/office/officeart/2005/8/layout/cycle8"/>
    <dgm:cxn modelId="{03C232A1-03DB-4C8A-87A3-148ABF9A7121}" type="presParOf" srcId="{B8A71AF6-8747-4308-891B-90CEF8832A26}" destId="{CFB68454-27F9-4C3C-A939-8F937790AA0C}" srcOrd="18" destOrd="0" presId="urn:microsoft.com/office/officeart/2005/8/layout/cycle8"/>
    <dgm:cxn modelId="{7FAFFDD3-93E6-4684-8775-B9EBF5C241C3}" type="presParOf" srcId="{B8A71AF6-8747-4308-891B-90CEF8832A26}" destId="{F498E193-EA2D-4323-B92B-9E1466289C0A}" srcOrd="19" destOrd="0" presId="urn:microsoft.com/office/officeart/2005/8/layout/cycle8"/>
    <dgm:cxn modelId="{CA1C83EC-BB89-4FAA-AAA8-AA2F39BDEA56}" type="presParOf" srcId="{B8A71AF6-8747-4308-891B-90CEF8832A26}" destId="{AA0CF6D0-6238-43AA-998E-D45921C74306}" srcOrd="20" destOrd="0" presId="urn:microsoft.com/office/officeart/2005/8/layout/cycle8"/>
    <dgm:cxn modelId="{72C53711-7381-4104-8FEA-1163833BC80A}" type="presParOf" srcId="{B8A71AF6-8747-4308-891B-90CEF8832A26}" destId="{E4DAC171-4046-4823-852D-AB20B5332393}" srcOrd="21" destOrd="0" presId="urn:microsoft.com/office/officeart/2005/8/layout/cycle8"/>
    <dgm:cxn modelId="{AA0230A6-1012-47E3-8AEB-6AE728D59328}" type="presParOf" srcId="{B8A71AF6-8747-4308-891B-90CEF8832A26}" destId="{A00718B4-FD93-4237-9A26-4668852006EE}" srcOrd="22" destOrd="0" presId="urn:microsoft.com/office/officeart/2005/8/layout/cycle8"/>
    <dgm:cxn modelId="{02360941-878C-49D0-B63C-0378614CE0DA}" type="presParOf" srcId="{B8A71AF6-8747-4308-891B-90CEF8832A26}" destId="{5F47DE9B-39BE-4975-949F-44EC5E85D183}" srcOrd="23" destOrd="0" presId="urn:microsoft.com/office/officeart/2005/8/layout/cycle8"/>
    <dgm:cxn modelId="{65DA970B-B26A-439A-B15C-1519E2C3108F}" type="presParOf" srcId="{B8A71AF6-8747-4308-891B-90CEF8832A26}" destId="{EB202457-521B-4D2C-BD8F-2697BCEBF79E}" srcOrd="24" destOrd="0" presId="urn:microsoft.com/office/officeart/2005/8/layout/cycle8"/>
  </dgm:cxnLst>
  <dgm:bg>
    <a:noFill/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ED1EFF-8E17-40BB-A611-56F6E3C95262}">
      <dsp:nvSpPr>
        <dsp:cNvPr id="0" name=""/>
        <dsp:cNvSpPr/>
      </dsp:nvSpPr>
      <dsp:spPr>
        <a:xfrm>
          <a:off x="655882" y="145043"/>
          <a:ext cx="1968283" cy="1968283"/>
        </a:xfrm>
        <a:prstGeom prst="pie">
          <a:avLst>
            <a:gd name="adj1" fmla="val 16200000"/>
            <a:gd name="adj2" fmla="val 2052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Cyber Strategy &amp; Policy</a:t>
          </a:r>
        </a:p>
      </dsp:txBody>
      <dsp:txXfrm>
        <a:off x="1682670" y="475902"/>
        <a:ext cx="632662" cy="421775"/>
      </dsp:txXfrm>
    </dsp:sp>
    <dsp:sp modelId="{A2A82968-5287-4C28-85BA-9BFFC27AB925}">
      <dsp:nvSpPr>
        <dsp:cNvPr id="0" name=""/>
        <dsp:cNvSpPr/>
      </dsp:nvSpPr>
      <dsp:spPr>
        <a:xfrm>
          <a:off x="679327" y="197531"/>
          <a:ext cx="1968283" cy="1968283"/>
        </a:xfrm>
        <a:prstGeom prst="pie">
          <a:avLst>
            <a:gd name="adj1" fmla="val 20520000"/>
            <a:gd name="adj2" fmla="val 324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>
              <a:solidFill>
                <a:schemeClr val="tx1"/>
              </a:solidFill>
            </a:rPr>
            <a:t>Guidance &amp; Monitoring</a:t>
          </a:r>
        </a:p>
      </dsp:txBody>
      <dsp:txXfrm>
        <a:off x="1946996" y="1096849"/>
        <a:ext cx="585798" cy="468639"/>
      </dsp:txXfrm>
    </dsp:sp>
    <dsp:sp modelId="{761253E6-CA99-4B1A-A017-1F97166F8220}">
      <dsp:nvSpPr>
        <dsp:cNvPr id="0" name=""/>
        <dsp:cNvSpPr/>
      </dsp:nvSpPr>
      <dsp:spPr>
        <a:xfrm>
          <a:off x="628233" y="229867"/>
          <a:ext cx="1968283" cy="1968283"/>
        </a:xfrm>
        <a:prstGeom prst="pie">
          <a:avLst>
            <a:gd name="adj1" fmla="val 3240000"/>
            <a:gd name="adj2" fmla="val 756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>
              <a:solidFill>
                <a:schemeClr val="tx1"/>
              </a:solidFill>
            </a:rPr>
            <a:t>Cyber Investments</a:t>
          </a:r>
        </a:p>
      </dsp:txBody>
      <dsp:txXfrm>
        <a:off x="1331191" y="1612352"/>
        <a:ext cx="562366" cy="515502"/>
      </dsp:txXfrm>
    </dsp:sp>
    <dsp:sp modelId="{24965655-E0CB-43A4-B938-CBFA553747DE}">
      <dsp:nvSpPr>
        <dsp:cNvPr id="0" name=""/>
        <dsp:cNvSpPr/>
      </dsp:nvSpPr>
      <dsp:spPr>
        <a:xfrm>
          <a:off x="583712" y="197531"/>
          <a:ext cx="1968283" cy="1968283"/>
        </a:xfrm>
        <a:prstGeom prst="pie">
          <a:avLst>
            <a:gd name="adj1" fmla="val 7560000"/>
            <a:gd name="adj2" fmla="val 1188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>
              <a:solidFill>
                <a:schemeClr val="tx1"/>
              </a:solidFill>
            </a:rPr>
            <a:t>Assurance and Response</a:t>
          </a:r>
        </a:p>
      </dsp:txBody>
      <dsp:txXfrm>
        <a:off x="698528" y="1096849"/>
        <a:ext cx="585798" cy="468639"/>
      </dsp:txXfrm>
    </dsp:sp>
    <dsp:sp modelId="{D7A4F989-6F7B-4B06-AE71-F507CB77E7AA}">
      <dsp:nvSpPr>
        <dsp:cNvPr id="0" name=""/>
        <dsp:cNvSpPr/>
      </dsp:nvSpPr>
      <dsp:spPr>
        <a:xfrm>
          <a:off x="600583" y="145043"/>
          <a:ext cx="1968283" cy="1968283"/>
        </a:xfrm>
        <a:prstGeom prst="pie">
          <a:avLst>
            <a:gd name="adj1" fmla="val 11880000"/>
            <a:gd name="adj2" fmla="val 1620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Emerging Technologies</a:t>
          </a:r>
        </a:p>
      </dsp:txBody>
      <dsp:txXfrm>
        <a:off x="909416" y="475902"/>
        <a:ext cx="632662" cy="421775"/>
      </dsp:txXfrm>
    </dsp:sp>
    <dsp:sp modelId="{AA0CF6D0-6238-43AA-998E-D45921C74306}">
      <dsp:nvSpPr>
        <dsp:cNvPr id="0" name=""/>
        <dsp:cNvSpPr/>
      </dsp:nvSpPr>
      <dsp:spPr>
        <a:xfrm>
          <a:off x="533943" y="23197"/>
          <a:ext cx="2211976" cy="2211976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4DAC171-4046-4823-852D-AB20B5332393}">
      <dsp:nvSpPr>
        <dsp:cNvPr id="0" name=""/>
        <dsp:cNvSpPr/>
      </dsp:nvSpPr>
      <dsp:spPr>
        <a:xfrm>
          <a:off x="557617" y="75667"/>
          <a:ext cx="2211976" cy="2211976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00718B4-FD93-4237-9A26-4668852006EE}">
      <dsp:nvSpPr>
        <dsp:cNvPr id="0" name=""/>
        <dsp:cNvSpPr/>
      </dsp:nvSpPr>
      <dsp:spPr>
        <a:xfrm>
          <a:off x="506386" y="108102"/>
          <a:ext cx="2211976" cy="2211976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F47DE9B-39BE-4975-949F-44EC5E85D183}">
      <dsp:nvSpPr>
        <dsp:cNvPr id="0" name=""/>
        <dsp:cNvSpPr/>
      </dsp:nvSpPr>
      <dsp:spPr>
        <a:xfrm>
          <a:off x="461730" y="75667"/>
          <a:ext cx="2211976" cy="2211976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B202457-521B-4D2C-BD8F-2697BCEBF79E}">
      <dsp:nvSpPr>
        <dsp:cNvPr id="0" name=""/>
        <dsp:cNvSpPr/>
      </dsp:nvSpPr>
      <dsp:spPr>
        <a:xfrm>
          <a:off x="478829" y="23197"/>
          <a:ext cx="2211976" cy="2211976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247CC8-A4F4-51A2-C49D-FFB4DEE30DEF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60009-6437-966E-F352-2D6AAB7685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CF4F4-11B7-44C5-92C0-6D90898995DF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AD7163-52A6-D67A-849C-F7DFB7027A5C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algn="ctr"/>
            <a:r>
              <a:rPr lang="en-GB" sz="900">
                <a:solidFill>
                  <a:srgbClr val="000000"/>
                </a:solidFill>
                <a:latin typeface="Verdana" panose="020B0604030504040204" pitchFamily="34" charset="0"/>
              </a:rPr>
              <a:t>       
 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272949-A371-1CEA-8717-4B3C5C2474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FC5B5-5E96-44BE-8812-3B401B8E5C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41120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ctr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F97F6-C8B0-4BB9-97F2-78E8716CB0F9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 b="0" i="0" u="none">
                <a:solidFill>
                  <a:srgbClr val="000000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/>
              <a:t>       
  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63023-6CFC-4961-B319-CED086A8CF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5515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GB"/>
              <a:t>       
 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63023-6CFC-4961-B319-CED086A8CF5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810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GB"/>
              <a:t>       
 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63023-6CFC-4961-B319-CED086A8CF5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484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      
 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63023-6CFC-4961-B319-CED086A8CF5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3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jpe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 descr="Binary abstract code patterns in cyan and magenta waves">
            <a:extLst>
              <a:ext uri="{FF2B5EF4-FFF2-40B4-BE49-F238E27FC236}">
                <a16:creationId xmlns:a16="http://schemas.microsoft.com/office/drawing/2014/main" id="{FBF2FD71-6239-7E6E-B0C8-63D3281E373A}"/>
              </a:ext>
            </a:extLst>
          </p:cNvPr>
          <p:cNvSpPr/>
          <p:nvPr userDrawn="1"/>
        </p:nvSpPr>
        <p:spPr>
          <a:xfrm>
            <a:off x="3814835" y="391464"/>
            <a:ext cx="4562325" cy="4562325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0569" t="-7088" r="-30063" b="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0079A5-B8FA-5F69-D048-2D2982A8F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723" y="5138057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552DFF3-4199-0B57-99AE-5E45A04AA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724" y="5943676"/>
            <a:ext cx="4886476" cy="573238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121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1C41EC-2E99-95C4-38F1-CCA31C6DE79A}"/>
              </a:ext>
            </a:extLst>
          </p:cNvPr>
          <p:cNvSpPr/>
          <p:nvPr userDrawn="1"/>
        </p:nvSpPr>
        <p:spPr>
          <a:xfrm>
            <a:off x="4660557" y="1239395"/>
            <a:ext cx="2870885" cy="2870885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8CD68F-06BB-D486-FD86-BB6B316A8BB4}"/>
              </a:ext>
            </a:extLst>
          </p:cNvPr>
          <p:cNvSpPr txBox="1">
            <a:spLocks/>
          </p:cNvSpPr>
          <p:nvPr userDrawn="1"/>
        </p:nvSpPr>
        <p:spPr>
          <a:xfrm>
            <a:off x="4804229" y="2146312"/>
            <a:ext cx="2539999" cy="10570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>
                <a:solidFill>
                  <a:srgbClr val="012138"/>
                </a:solidFill>
                <a:latin typeface="+mn-lt"/>
              </a:rPr>
              <a:t>Hello</a:t>
            </a:r>
            <a:endParaRPr lang="en-GB" sz="6600" b="1">
              <a:solidFill>
                <a:srgbClr val="012138"/>
              </a:solidFill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44430E-AC35-67E3-BECB-2E1CD7B74E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8736" y="107005"/>
            <a:ext cx="1519887" cy="81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25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12138"/>
                </a:solidFill>
              </a:defRPr>
            </a:lvl1pPr>
            <a:lvl2pPr>
              <a:defRPr>
                <a:solidFill>
                  <a:srgbClr val="012138"/>
                </a:solidFill>
              </a:defRPr>
            </a:lvl2pPr>
            <a:lvl3pPr>
              <a:defRPr>
                <a:solidFill>
                  <a:srgbClr val="012138"/>
                </a:solidFill>
              </a:defRPr>
            </a:lvl3pPr>
            <a:lvl4pPr>
              <a:defRPr>
                <a:solidFill>
                  <a:srgbClr val="012138"/>
                </a:solidFill>
              </a:defRPr>
            </a:lvl4pPr>
            <a:lvl5pPr>
              <a:defRPr>
                <a:solidFill>
                  <a:srgbClr val="0121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946052-1A32-1373-DCD8-51DCFC1EB55B}"/>
              </a:ext>
            </a:extLst>
          </p:cNvPr>
          <p:cNvSpPr/>
          <p:nvPr userDrawn="1"/>
        </p:nvSpPr>
        <p:spPr>
          <a:xfrm>
            <a:off x="131202" y="192835"/>
            <a:ext cx="66303" cy="713543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D234CC6-2CEE-0438-D57E-A212EAC25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588" y="192834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77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ila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12138"/>
                </a:solidFill>
              </a:defRPr>
            </a:lvl1pPr>
            <a:lvl2pPr>
              <a:defRPr>
                <a:solidFill>
                  <a:srgbClr val="012138"/>
                </a:solidFill>
              </a:defRPr>
            </a:lvl2pPr>
            <a:lvl3pPr>
              <a:defRPr>
                <a:solidFill>
                  <a:srgbClr val="012138"/>
                </a:solidFill>
              </a:defRPr>
            </a:lvl3pPr>
            <a:lvl4pPr>
              <a:defRPr>
                <a:solidFill>
                  <a:srgbClr val="012138"/>
                </a:solidFill>
              </a:defRPr>
            </a:lvl4pPr>
            <a:lvl5pPr>
              <a:defRPr>
                <a:solidFill>
                  <a:srgbClr val="0121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A3D984-260A-3E70-FD50-F3056DD2E3ED}"/>
              </a:ext>
            </a:extLst>
          </p:cNvPr>
          <p:cNvSpPr/>
          <p:nvPr userDrawn="1"/>
        </p:nvSpPr>
        <p:spPr>
          <a:xfrm>
            <a:off x="776730" y="547392"/>
            <a:ext cx="61469" cy="713543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D6EAB8F-241C-C584-008C-AEE582F8D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487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">
    <p:bg>
      <p:bgPr>
        <a:solidFill>
          <a:srgbClr val="BAA0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12138"/>
                </a:solidFill>
              </a:defRPr>
            </a:lvl1pPr>
            <a:lvl2pPr>
              <a:defRPr>
                <a:solidFill>
                  <a:srgbClr val="012138"/>
                </a:solidFill>
              </a:defRPr>
            </a:lvl2pPr>
            <a:lvl3pPr>
              <a:defRPr>
                <a:solidFill>
                  <a:srgbClr val="012138"/>
                </a:solidFill>
              </a:defRPr>
            </a:lvl3pPr>
            <a:lvl4pPr>
              <a:defRPr>
                <a:solidFill>
                  <a:srgbClr val="012138"/>
                </a:solidFill>
              </a:defRPr>
            </a:lvl4pPr>
            <a:lvl5pPr>
              <a:defRPr>
                <a:solidFill>
                  <a:srgbClr val="0121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27BC83-20BE-6868-A41D-5676123038A4}"/>
              </a:ext>
            </a:extLst>
          </p:cNvPr>
          <p:cNvSpPr/>
          <p:nvPr userDrawn="1"/>
        </p:nvSpPr>
        <p:spPr>
          <a:xfrm>
            <a:off x="760022" y="547392"/>
            <a:ext cx="78178" cy="713543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742354-9E33-8BD7-FDAD-90C8B598C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702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card dark">
    <p:bg>
      <p:bgPr>
        <a:gradFill flip="none" rotWithShape="1">
          <a:gsLst>
            <a:gs pos="91000">
              <a:srgbClr val="017385"/>
            </a:gs>
            <a:gs pos="85000">
              <a:srgbClr val="015A6E"/>
            </a:gs>
            <a:gs pos="77000">
              <a:srgbClr val="014055"/>
            </a:gs>
            <a:gs pos="100000">
              <a:srgbClr val="017C8B"/>
            </a:gs>
            <a:gs pos="68000">
              <a:srgbClr val="013046"/>
            </a:gs>
            <a:gs pos="41000">
              <a:srgbClr val="012138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F86EA18-33AF-B92F-28C5-7635F70AA5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4857" y="1572986"/>
            <a:ext cx="8218715" cy="3869872"/>
          </a:xfrm>
          <a:noFill/>
          <a:ln>
            <a:noFill/>
          </a:ln>
          <a:effectLst/>
        </p:spPr>
        <p:txBody>
          <a:bodyPr lIns="144000" anchor="ctr" anchorCtr="0">
            <a:noAutofit/>
          </a:bodyPr>
          <a:lstStyle>
            <a:lvl1pPr marL="0" indent="0" algn="l">
              <a:buNone/>
              <a:defRPr sz="72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and add your big quote or thought, max four lines ”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79BFAD7-66DC-BCB5-95AE-2623C06AF1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0206" y="1278392"/>
            <a:ext cx="963613" cy="1143000"/>
          </a:xfrm>
        </p:spPr>
        <p:txBody>
          <a:bodyPr>
            <a:noAutofit/>
          </a:bodyPr>
          <a:lstStyle>
            <a:lvl1pPr marL="0" indent="0">
              <a:buNone/>
              <a:defRPr sz="13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BF5361-8FFD-E93D-F8AC-82FC37CD9D12}"/>
              </a:ext>
            </a:extLst>
          </p:cNvPr>
          <p:cNvCxnSpPr>
            <a:cxnSpLocks/>
          </p:cNvCxnSpPr>
          <p:nvPr userDrawn="1"/>
        </p:nvCxnSpPr>
        <p:spPr>
          <a:xfrm>
            <a:off x="2530929" y="5720445"/>
            <a:ext cx="2041071" cy="0"/>
          </a:xfrm>
          <a:prstGeom prst="line">
            <a:avLst/>
          </a:prstGeom>
          <a:ln w="47625">
            <a:solidFill>
              <a:srgbClr val="FDB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571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card light">
    <p:bg>
      <p:bgPr>
        <a:gradFill>
          <a:gsLst>
            <a:gs pos="74000">
              <a:srgbClr val="EDE4F0"/>
            </a:gs>
            <a:gs pos="60000">
              <a:schemeClr val="bg1"/>
            </a:gs>
            <a:gs pos="3000">
              <a:srgbClr val="FDC23A"/>
            </a:gs>
            <a:gs pos="7000">
              <a:srgbClr val="FED26A"/>
            </a:gs>
            <a:gs pos="0">
              <a:srgbClr val="FDB515"/>
            </a:gs>
            <a:gs pos="44000">
              <a:srgbClr val="FFF8E7"/>
            </a:gs>
            <a:gs pos="19000">
              <a:srgbClr val="FFEDBA"/>
            </a:gs>
            <a:gs pos="29000">
              <a:schemeClr val="accent5">
                <a:lumMod val="20000"/>
                <a:lumOff val="80000"/>
              </a:schemeClr>
            </a:gs>
            <a:gs pos="95000">
              <a:schemeClr val="accent3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83E3DCD-93F0-3CEF-5B0A-A81F47873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4857" y="1572986"/>
            <a:ext cx="8218715" cy="3869872"/>
          </a:xfrm>
          <a:noFill/>
          <a:ln>
            <a:noFill/>
          </a:ln>
          <a:effectLst/>
        </p:spPr>
        <p:txBody>
          <a:bodyPr lIns="144000" anchor="ctr" anchorCtr="0">
            <a:noAutofit/>
          </a:bodyPr>
          <a:lstStyle>
            <a:lvl1pPr marL="0" indent="0" algn="l">
              <a:buNone/>
              <a:defRPr sz="7200" b="1">
                <a:solidFill>
                  <a:srgbClr val="012138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and add your big quote or thought, max four lines ”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6249E7-A406-3EFE-1B2F-8A3BA5EEBC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0206" y="1278392"/>
            <a:ext cx="963613" cy="1143000"/>
          </a:xfrm>
        </p:spPr>
        <p:txBody>
          <a:bodyPr>
            <a:noAutofit/>
          </a:bodyPr>
          <a:lstStyle>
            <a:lvl1pPr marL="0" indent="0">
              <a:buNone/>
              <a:defRPr sz="138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99F30FE-2177-1F45-76C9-D1C907B29BBD}"/>
              </a:ext>
            </a:extLst>
          </p:cNvPr>
          <p:cNvCxnSpPr>
            <a:cxnSpLocks/>
          </p:cNvCxnSpPr>
          <p:nvPr userDrawn="1"/>
        </p:nvCxnSpPr>
        <p:spPr>
          <a:xfrm>
            <a:off x="2530929" y="5720445"/>
            <a:ext cx="2041071" cy="0"/>
          </a:xfrm>
          <a:prstGeom prst="line">
            <a:avLst/>
          </a:prstGeom>
          <a:ln w="47625">
            <a:solidFill>
              <a:srgbClr val="00B2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42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layout dark">
    <p:bg>
      <p:bgPr>
        <a:gradFill>
          <a:gsLst>
            <a:gs pos="84000">
              <a:srgbClr val="014458"/>
            </a:gs>
            <a:gs pos="100000">
              <a:srgbClr val="00B2C0"/>
            </a:gs>
            <a:gs pos="92000">
              <a:srgbClr val="016E80"/>
            </a:gs>
            <a:gs pos="72288">
              <a:srgbClr val="01364B"/>
            </a:gs>
            <a:gs pos="57000">
              <a:srgbClr val="01213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83E3DCD-93F0-3CEF-5B0A-A81F47873C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457200"/>
            <a:ext cx="10515599" cy="893928"/>
          </a:xfrm>
          <a:solidFill>
            <a:srgbClr val="012138"/>
          </a:solidFill>
          <a:ln>
            <a:noFill/>
          </a:ln>
          <a:effectLst>
            <a:outerShdw dist="50800" dir="10800000" algn="r" rotWithShape="0">
              <a:srgbClr val="EE7219"/>
            </a:outerShdw>
          </a:effectLst>
        </p:spPr>
        <p:txBody>
          <a:bodyPr lIns="144000" anchor="ctr" anchorCtr="0">
            <a:norm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3">
            <a:extLst>
              <a:ext uri="{FF2B5EF4-FFF2-40B4-BE49-F238E27FC236}">
                <a16:creationId xmlns:a16="http://schemas.microsoft.com/office/drawing/2014/main" id="{2801E701-677E-281D-A090-DF7EA4434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2675" y="1779135"/>
            <a:ext cx="2928938" cy="1453922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9ECACB1D-1337-B5B8-96B7-8A8CA41942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87875" y="1779135"/>
            <a:ext cx="2928938" cy="1399266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395C3088-C7F2-718B-A69E-7655794F06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5603" y="1779135"/>
            <a:ext cx="2928938" cy="1399266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64B47-5BF6-68F1-0A3A-46BAE8F522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675" y="3679599"/>
            <a:ext cx="2982913" cy="347186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bg1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1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B755273-E379-B79D-E901-CCE158E7DC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24993" y="3606408"/>
            <a:ext cx="3045796" cy="3545053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bg1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2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5F582E1-9533-F703-D08A-443CA6FD22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5603" y="3774754"/>
            <a:ext cx="2923722" cy="320836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bg1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3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B0707E-393F-4706-8CB5-BF5724CDD00D}"/>
              </a:ext>
            </a:extLst>
          </p:cNvPr>
          <p:cNvSpPr/>
          <p:nvPr userDrawn="1"/>
        </p:nvSpPr>
        <p:spPr>
          <a:xfrm>
            <a:off x="781893" y="457200"/>
            <a:ext cx="61469" cy="893928"/>
          </a:xfrm>
          <a:prstGeom prst="rect">
            <a:avLst/>
          </a:prstGeom>
          <a:solidFill>
            <a:srgbClr val="BAA0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200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layout light">
    <p:bg>
      <p:bgPr>
        <a:solidFill>
          <a:srgbClr val="BAA0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3">
            <a:extLst>
              <a:ext uri="{FF2B5EF4-FFF2-40B4-BE49-F238E27FC236}">
                <a16:creationId xmlns:a16="http://schemas.microsoft.com/office/drawing/2014/main" id="{2801E701-677E-281D-A090-DF7EA4434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2675" y="1779135"/>
            <a:ext cx="2928938" cy="1453922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9ECACB1D-1337-B5B8-96B7-8A8CA41942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87875" y="1779135"/>
            <a:ext cx="2928938" cy="1399266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395C3088-C7F2-718B-A69E-7655794F06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5603" y="1779135"/>
            <a:ext cx="2928938" cy="1399266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64B47-5BF6-68F1-0A3A-46BAE8F522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675" y="3679599"/>
            <a:ext cx="2982913" cy="347186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1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B755273-E379-B79D-E901-CCE158E7DC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87875" y="3679599"/>
            <a:ext cx="2982913" cy="347186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2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5F582E1-9533-F703-D08A-443CA6FD22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5603" y="3640274"/>
            <a:ext cx="2982913" cy="347186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3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7E7BBD-9A96-4722-A5BC-C535C59109EA}"/>
              </a:ext>
            </a:extLst>
          </p:cNvPr>
          <p:cNvSpPr/>
          <p:nvPr userDrawn="1"/>
        </p:nvSpPr>
        <p:spPr>
          <a:xfrm>
            <a:off x="765958" y="547392"/>
            <a:ext cx="72241" cy="713543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3AD5379-7B73-C0EA-9B64-8A146DBE8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343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iple box layou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8014F2-6313-4136-F287-B8DE6D096891}"/>
              </a:ext>
            </a:extLst>
          </p:cNvPr>
          <p:cNvGrpSpPr/>
          <p:nvPr userDrawn="1"/>
        </p:nvGrpSpPr>
        <p:grpSpPr>
          <a:xfrm>
            <a:off x="838200" y="1938661"/>
            <a:ext cx="3422938" cy="1866229"/>
            <a:chOff x="838200" y="2563812"/>
            <a:chExt cx="3638248" cy="198361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E5BD56F-03B2-61E3-E76B-E28DEDC04229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: Diagonal Corners Rounded 8">
              <a:extLst>
                <a:ext uri="{FF2B5EF4-FFF2-40B4-BE49-F238E27FC236}">
                  <a16:creationId xmlns:a16="http://schemas.microsoft.com/office/drawing/2014/main" id="{BF16F449-C899-5C29-EF3A-5CD9390B33D0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012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2B779FF-63E7-62B0-1327-7EEB8A20FB1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23032" y="3984171"/>
            <a:ext cx="3210429" cy="22207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32FC144-4304-1604-DF0F-AE5A9437217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494324" y="3984171"/>
            <a:ext cx="3210429" cy="22207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6885928-969E-9517-9D2E-7B9C43DDAD30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065616" y="3984171"/>
            <a:ext cx="3210429" cy="22207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49DBE94-C6B3-1A23-A70F-92AECDE73B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2675" y="1975757"/>
            <a:ext cx="700088" cy="533400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1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F39D15E-7014-7E67-ECCD-A9A4925C78FF}"/>
              </a:ext>
            </a:extLst>
          </p:cNvPr>
          <p:cNvGrpSpPr/>
          <p:nvPr userDrawn="1"/>
        </p:nvGrpSpPr>
        <p:grpSpPr>
          <a:xfrm>
            <a:off x="4381500" y="1938661"/>
            <a:ext cx="3422938" cy="1866229"/>
            <a:chOff x="838200" y="2563812"/>
            <a:chExt cx="3638248" cy="1983619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10B5644D-65FE-47B2-4545-1BF31C123E72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: Diagonal Corners Rounded 36">
              <a:extLst>
                <a:ext uri="{FF2B5EF4-FFF2-40B4-BE49-F238E27FC236}">
                  <a16:creationId xmlns:a16="http://schemas.microsoft.com/office/drawing/2014/main" id="{36ACDD4A-CFC8-B00C-3E62-EE84EE9A5F3B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012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A26BE446-47E8-E481-2031-9766C0694C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25975" y="1975757"/>
            <a:ext cx="700088" cy="533400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2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D2D6173-46E5-674D-0440-08965B6F4A98}"/>
              </a:ext>
            </a:extLst>
          </p:cNvPr>
          <p:cNvGrpSpPr/>
          <p:nvPr userDrawn="1"/>
        </p:nvGrpSpPr>
        <p:grpSpPr>
          <a:xfrm>
            <a:off x="7941128" y="1938661"/>
            <a:ext cx="3422938" cy="1866229"/>
            <a:chOff x="838200" y="2563812"/>
            <a:chExt cx="3638248" cy="1983619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806159BC-ED3A-E04C-4C4E-FC9493B7BF50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: Diagonal Corners Rounded 40">
              <a:extLst>
                <a:ext uri="{FF2B5EF4-FFF2-40B4-BE49-F238E27FC236}">
                  <a16:creationId xmlns:a16="http://schemas.microsoft.com/office/drawing/2014/main" id="{C9675449-D067-7BAE-9A60-DB7C2A57A2CD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012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4A43E03D-7065-F450-9700-7DAA743FF7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85603" y="1975757"/>
            <a:ext cx="700088" cy="533400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3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2D3530DA-7838-D3FF-2D99-9A1A65544E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2675" y="2747963"/>
            <a:ext cx="2928938" cy="83343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77A7ACFB-3830-411E-9CF8-451BC722F6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87875" y="2747963"/>
            <a:ext cx="2928938" cy="83343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C376F46C-0993-CCC9-C1F1-4FCC2675EA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5603" y="2747963"/>
            <a:ext cx="2928938" cy="83343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13F4C2-1306-5BC5-437C-7BEB27D28F8A}"/>
              </a:ext>
            </a:extLst>
          </p:cNvPr>
          <p:cNvSpPr/>
          <p:nvPr userDrawn="1"/>
        </p:nvSpPr>
        <p:spPr>
          <a:xfrm>
            <a:off x="765958" y="547392"/>
            <a:ext cx="72241" cy="713543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0F2AC34-0F3F-2FA4-433E-9D38E04B8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839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box layou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8014F2-6313-4136-F287-B8DE6D096891}"/>
              </a:ext>
            </a:extLst>
          </p:cNvPr>
          <p:cNvGrpSpPr/>
          <p:nvPr userDrawn="1"/>
        </p:nvGrpSpPr>
        <p:grpSpPr>
          <a:xfrm>
            <a:off x="838200" y="1938661"/>
            <a:ext cx="3422938" cy="1866229"/>
            <a:chOff x="838200" y="2563812"/>
            <a:chExt cx="3638248" cy="1983619"/>
          </a:xfrm>
          <a:solidFill>
            <a:srgbClr val="017C8B"/>
          </a:solidFill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E5BD56F-03B2-61E3-E76B-E28DEDC04229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: Diagonal Corners Rounded 8">
              <a:extLst>
                <a:ext uri="{FF2B5EF4-FFF2-40B4-BE49-F238E27FC236}">
                  <a16:creationId xmlns:a16="http://schemas.microsoft.com/office/drawing/2014/main" id="{BF16F449-C899-5C29-EF3A-5CD9390B33D0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012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2B779FF-63E7-62B0-1327-7EEB8A20FB1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23032" y="3984171"/>
            <a:ext cx="3210429" cy="22207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32FC144-4304-1604-DF0F-AE5A9437217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494324" y="3984171"/>
            <a:ext cx="3210429" cy="22207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6885928-969E-9517-9D2E-7B9C43DDAD30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065616" y="3984171"/>
            <a:ext cx="3210429" cy="22207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49DBE94-C6B3-1A23-A70F-92AECDE73B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2675" y="1975757"/>
            <a:ext cx="700088" cy="533400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1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F39D15E-7014-7E67-ECCD-A9A4925C78FF}"/>
              </a:ext>
            </a:extLst>
          </p:cNvPr>
          <p:cNvGrpSpPr/>
          <p:nvPr userDrawn="1"/>
        </p:nvGrpSpPr>
        <p:grpSpPr>
          <a:xfrm>
            <a:off x="4381500" y="1938661"/>
            <a:ext cx="3422938" cy="1866229"/>
            <a:chOff x="838200" y="2563812"/>
            <a:chExt cx="3638248" cy="1983619"/>
          </a:xfrm>
          <a:solidFill>
            <a:srgbClr val="017C8B"/>
          </a:solidFill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10B5644D-65FE-47B2-4545-1BF31C123E72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: Diagonal Corners Rounded 36">
              <a:extLst>
                <a:ext uri="{FF2B5EF4-FFF2-40B4-BE49-F238E27FC236}">
                  <a16:creationId xmlns:a16="http://schemas.microsoft.com/office/drawing/2014/main" id="{36ACDD4A-CFC8-B00C-3E62-EE84EE9A5F3B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012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A26BE446-47E8-E481-2031-9766C0694C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25975" y="1975757"/>
            <a:ext cx="700088" cy="533400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2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D2D6173-46E5-674D-0440-08965B6F4A98}"/>
              </a:ext>
            </a:extLst>
          </p:cNvPr>
          <p:cNvGrpSpPr/>
          <p:nvPr userDrawn="1"/>
        </p:nvGrpSpPr>
        <p:grpSpPr>
          <a:xfrm>
            <a:off x="7941128" y="1938661"/>
            <a:ext cx="3422938" cy="1866229"/>
            <a:chOff x="838200" y="2563812"/>
            <a:chExt cx="3638248" cy="1983619"/>
          </a:xfrm>
          <a:solidFill>
            <a:srgbClr val="017C8B"/>
          </a:solidFill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806159BC-ED3A-E04C-4C4E-FC9493B7BF50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: Diagonal Corners Rounded 40">
              <a:extLst>
                <a:ext uri="{FF2B5EF4-FFF2-40B4-BE49-F238E27FC236}">
                  <a16:creationId xmlns:a16="http://schemas.microsoft.com/office/drawing/2014/main" id="{C9675449-D067-7BAE-9A60-DB7C2A57A2CD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012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4A43E03D-7065-F450-9700-7DAA743FF7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85603" y="1975757"/>
            <a:ext cx="700088" cy="533400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3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2D3530DA-7838-D3FF-2D99-9A1A65544E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2675" y="2747963"/>
            <a:ext cx="2928938" cy="83343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77A7ACFB-3830-411E-9CF8-451BC722F6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87875" y="2747963"/>
            <a:ext cx="2928938" cy="83343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C376F46C-0993-CCC9-C1F1-4FCC2675EA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5603" y="2747963"/>
            <a:ext cx="2928938" cy="83343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5888F3-4543-7D2F-0F82-090BECDE0CD8}"/>
              </a:ext>
            </a:extLst>
          </p:cNvPr>
          <p:cNvSpPr/>
          <p:nvPr userDrawn="1"/>
        </p:nvSpPr>
        <p:spPr>
          <a:xfrm>
            <a:off x="754083" y="547392"/>
            <a:ext cx="84117" cy="713543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4CC3CE2-3254-516C-4E4F-06D3885F6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582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ingl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9639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F92EEBD-C977-C074-275A-908331E6A000}"/>
              </a:ext>
            </a:extLst>
          </p:cNvPr>
          <p:cNvSpPr/>
          <p:nvPr userDrawn="1"/>
        </p:nvSpPr>
        <p:spPr>
          <a:xfrm rot="1954863">
            <a:off x="9255579" y="833095"/>
            <a:ext cx="5872843" cy="5872843"/>
          </a:xfrm>
          <a:prstGeom prst="ellipse">
            <a:avLst/>
          </a:prstGeom>
          <a:gradFill flip="none" rotWithShape="1">
            <a:gsLst>
              <a:gs pos="65000">
                <a:srgbClr val="EED6BD"/>
              </a:gs>
              <a:gs pos="27000">
                <a:srgbClr val="D4BFDD"/>
              </a:gs>
              <a:gs pos="19000">
                <a:srgbClr val="C2A4CF"/>
              </a:gs>
              <a:gs pos="48000">
                <a:srgbClr val="E3D3E0"/>
              </a:gs>
              <a:gs pos="38000">
                <a:srgbClr val="E1D2E7"/>
              </a:gs>
              <a:gs pos="80000">
                <a:srgbClr val="FDD57D"/>
              </a:gs>
              <a:gs pos="75000">
                <a:srgbClr val="FDDA8B"/>
              </a:gs>
              <a:gs pos="86000">
                <a:srgbClr val="FDB515"/>
              </a:gs>
              <a:gs pos="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A group of windmills in the dark&#10;&#10;Description automatically generated">
            <a:extLst>
              <a:ext uri="{FF2B5EF4-FFF2-40B4-BE49-F238E27FC236}">
                <a16:creationId xmlns:a16="http://schemas.microsoft.com/office/drawing/2014/main" id="{4C05F9DD-1F14-86D6-8D6F-323703534E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718" y="681036"/>
            <a:ext cx="5011282" cy="61769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3FF4521-EFD2-DEFC-2BBE-69DCC53F4BF2}"/>
              </a:ext>
            </a:extLst>
          </p:cNvPr>
          <p:cNvSpPr/>
          <p:nvPr userDrawn="1"/>
        </p:nvSpPr>
        <p:spPr>
          <a:xfrm>
            <a:off x="754084" y="547392"/>
            <a:ext cx="84116" cy="713543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5B3673-FBAD-1595-7459-FDBAAACFE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16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ubble lower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2444DB-0090-A1C6-1F99-A1F0C6A8D88B}"/>
              </a:ext>
            </a:extLst>
          </p:cNvPr>
          <p:cNvSpPr/>
          <p:nvPr userDrawn="1"/>
        </p:nvSpPr>
        <p:spPr>
          <a:xfrm rot="19948748">
            <a:off x="6518747" y="4197902"/>
            <a:ext cx="5872843" cy="5872843"/>
          </a:xfrm>
          <a:prstGeom prst="ellipse">
            <a:avLst/>
          </a:prstGeom>
          <a:gradFill flip="none" rotWithShape="1">
            <a:gsLst>
              <a:gs pos="65000">
                <a:srgbClr val="EED6BD"/>
              </a:gs>
              <a:gs pos="27000">
                <a:srgbClr val="D4BFDD"/>
              </a:gs>
              <a:gs pos="19000">
                <a:srgbClr val="C2A4CF"/>
              </a:gs>
              <a:gs pos="48000">
                <a:srgbClr val="E3D3E0"/>
              </a:gs>
              <a:gs pos="38000">
                <a:srgbClr val="E1D2E7"/>
              </a:gs>
              <a:gs pos="80000">
                <a:srgbClr val="FDD57D"/>
              </a:gs>
              <a:gs pos="75000">
                <a:srgbClr val="FDDA8B"/>
              </a:gs>
              <a:gs pos="86000">
                <a:srgbClr val="FDB515"/>
              </a:gs>
              <a:gs pos="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992CD2-4D93-7DE1-58A5-A5B4F80EA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286D6-05B0-7E35-A723-D0B6E27A176A}"/>
              </a:ext>
            </a:extLst>
          </p:cNvPr>
          <p:cNvSpPr/>
          <p:nvPr userDrawn="1"/>
        </p:nvSpPr>
        <p:spPr>
          <a:xfrm>
            <a:off x="754084" y="547392"/>
            <a:ext cx="84116" cy="713543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374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BB1D90-5B8C-2163-1BB2-973CD9B1625A}"/>
              </a:ext>
            </a:extLst>
          </p:cNvPr>
          <p:cNvSpPr/>
          <p:nvPr userDrawn="1"/>
        </p:nvSpPr>
        <p:spPr>
          <a:xfrm>
            <a:off x="773723" y="3705261"/>
            <a:ext cx="58127" cy="1376972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1E5F82-40A4-B951-95DE-95121FA09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850" y="3705261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326EEEA-2D20-756B-FF5A-F07115714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4508996"/>
            <a:ext cx="4886476" cy="573238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121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9651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light">
    <p:bg>
      <p:bgPr>
        <a:gradFill>
          <a:gsLst>
            <a:gs pos="100000">
              <a:srgbClr val="017C8B"/>
            </a:gs>
            <a:gs pos="91000">
              <a:srgbClr val="016578"/>
            </a:gs>
            <a:gs pos="82000">
              <a:srgbClr val="014A5F"/>
            </a:gs>
            <a:gs pos="73000">
              <a:srgbClr val="013147"/>
            </a:gs>
            <a:gs pos="49000">
              <a:srgbClr val="01213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BB1D90-5B8C-2163-1BB2-973CD9B1625A}"/>
              </a:ext>
            </a:extLst>
          </p:cNvPr>
          <p:cNvSpPr/>
          <p:nvPr userDrawn="1"/>
        </p:nvSpPr>
        <p:spPr>
          <a:xfrm>
            <a:off x="786131" y="3705261"/>
            <a:ext cx="45719" cy="1376972"/>
          </a:xfrm>
          <a:prstGeom prst="rect">
            <a:avLst/>
          </a:prstGeom>
          <a:solidFill>
            <a:srgbClr val="BAA0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1E5F82-40A4-B951-95DE-95121FA09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850" y="3705261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326EEEA-2D20-756B-FF5A-F07115714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4508996"/>
            <a:ext cx="4886476" cy="57323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632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7552DFF3-4199-0B57-99AE-5E45A04AA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724" y="5943676"/>
            <a:ext cx="4886476" cy="573238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121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4DAE7D-BB44-541E-B65B-940A59828501}"/>
              </a:ext>
            </a:extLst>
          </p:cNvPr>
          <p:cNvGrpSpPr/>
          <p:nvPr userDrawn="1"/>
        </p:nvGrpSpPr>
        <p:grpSpPr>
          <a:xfrm>
            <a:off x="3814837" y="1147837"/>
            <a:ext cx="4562325" cy="4562325"/>
            <a:chOff x="3814835" y="391464"/>
            <a:chExt cx="4562325" cy="4562325"/>
          </a:xfrm>
        </p:grpSpPr>
        <p:sp>
          <p:nvSpPr>
            <p:cNvPr id="11" name="Oval 10" descr="Binary abstract code patterns in cyan and magenta waves">
              <a:extLst>
                <a:ext uri="{FF2B5EF4-FFF2-40B4-BE49-F238E27FC236}">
                  <a16:creationId xmlns:a16="http://schemas.microsoft.com/office/drawing/2014/main" id="{FBF2FD71-6239-7E6E-B0C8-63D3281E373A}"/>
                </a:ext>
              </a:extLst>
            </p:cNvPr>
            <p:cNvSpPr/>
            <p:nvPr userDrawn="1"/>
          </p:nvSpPr>
          <p:spPr>
            <a:xfrm>
              <a:off x="3814835" y="391464"/>
              <a:ext cx="4562325" cy="4562325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30569" t="-7088" r="-30063" b="1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C1C41EC-2E99-95C4-38F1-CCA31C6DE79A}"/>
                </a:ext>
              </a:extLst>
            </p:cNvPr>
            <p:cNvSpPr/>
            <p:nvPr userDrawn="1"/>
          </p:nvSpPr>
          <p:spPr>
            <a:xfrm>
              <a:off x="4660557" y="1239395"/>
              <a:ext cx="2870885" cy="2870885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F88CD68F-06BB-D486-FD86-BB6B316A8BB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04229" y="2146312"/>
              <a:ext cx="2539999" cy="105704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62500" lnSpcReduction="2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6600" b="1">
                  <a:solidFill>
                    <a:srgbClr val="012138"/>
                  </a:solidFill>
                  <a:latin typeface="+mn-lt"/>
                </a:rPr>
                <a:t>Thank</a:t>
              </a:r>
            </a:p>
            <a:p>
              <a:r>
                <a:rPr lang="en-US" sz="6600" b="1">
                  <a:solidFill>
                    <a:srgbClr val="012138"/>
                  </a:solidFill>
                  <a:latin typeface="+mn-lt"/>
                </a:rPr>
                <a:t>You</a:t>
              </a:r>
              <a:endParaRPr lang="en-GB" sz="6600" b="1">
                <a:solidFill>
                  <a:srgbClr val="012138"/>
                </a:solidFill>
                <a:latin typeface="+mn-lt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963F3B9-7B63-F2AC-BB6F-38963A03901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8736" y="107005"/>
            <a:ext cx="1519887" cy="81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070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BD47B2D-9E2B-2048-99CC-AC985DC471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8579" y="331325"/>
            <a:ext cx="1519887" cy="815390"/>
          </a:xfrm>
          <a:prstGeom prst="rect">
            <a:avLst/>
          </a:prstGeom>
        </p:spPr>
      </p:pic>
      <p:sp>
        <p:nvSpPr>
          <p:cNvPr id="11" name="Oval 10" descr="Binary abstract code patterns in cyan and magenta waves">
            <a:extLst>
              <a:ext uri="{FF2B5EF4-FFF2-40B4-BE49-F238E27FC236}">
                <a16:creationId xmlns:a16="http://schemas.microsoft.com/office/drawing/2014/main" id="{FBF2FD71-6239-7E6E-B0C8-63D3281E373A}"/>
              </a:ext>
            </a:extLst>
          </p:cNvPr>
          <p:cNvSpPr/>
          <p:nvPr userDrawn="1"/>
        </p:nvSpPr>
        <p:spPr>
          <a:xfrm>
            <a:off x="3814835" y="391464"/>
            <a:ext cx="4562325" cy="4562325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0569" t="-7088" r="-30063" b="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0079A5-B8FA-5F69-D048-2D2982A8F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723" y="5138057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552DFF3-4199-0B57-99AE-5E45A04AA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724" y="5943676"/>
            <a:ext cx="4886476" cy="573238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121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1C41EC-2E99-95C4-38F1-CCA31C6DE79A}"/>
              </a:ext>
            </a:extLst>
          </p:cNvPr>
          <p:cNvSpPr/>
          <p:nvPr userDrawn="1"/>
        </p:nvSpPr>
        <p:spPr>
          <a:xfrm>
            <a:off x="4660557" y="1239395"/>
            <a:ext cx="2870885" cy="2870885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8CD68F-06BB-D486-FD86-BB6B316A8BB4}"/>
              </a:ext>
            </a:extLst>
          </p:cNvPr>
          <p:cNvSpPr txBox="1">
            <a:spLocks/>
          </p:cNvSpPr>
          <p:nvPr userDrawn="1"/>
        </p:nvSpPr>
        <p:spPr>
          <a:xfrm>
            <a:off x="4804229" y="2146312"/>
            <a:ext cx="2539999" cy="10570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>
                <a:solidFill>
                  <a:srgbClr val="012138"/>
                </a:solidFill>
                <a:latin typeface="+mn-lt"/>
              </a:rPr>
              <a:t>Hello</a:t>
            </a:r>
            <a:endParaRPr lang="en-GB" sz="6600" b="1">
              <a:solidFill>
                <a:srgbClr val="012138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61363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12138"/>
                </a:solidFill>
              </a:defRPr>
            </a:lvl1pPr>
            <a:lvl2pPr>
              <a:defRPr>
                <a:solidFill>
                  <a:srgbClr val="012138"/>
                </a:solidFill>
              </a:defRPr>
            </a:lvl2pPr>
            <a:lvl3pPr>
              <a:defRPr>
                <a:solidFill>
                  <a:srgbClr val="012138"/>
                </a:solidFill>
              </a:defRPr>
            </a:lvl3pPr>
            <a:lvl4pPr>
              <a:defRPr>
                <a:solidFill>
                  <a:srgbClr val="012138"/>
                </a:solidFill>
              </a:defRPr>
            </a:lvl4pPr>
            <a:lvl5pPr>
              <a:defRPr>
                <a:solidFill>
                  <a:srgbClr val="0121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946052-1A32-1373-DCD8-51DCFC1EB55B}"/>
              </a:ext>
            </a:extLst>
          </p:cNvPr>
          <p:cNvSpPr/>
          <p:nvPr userDrawn="1"/>
        </p:nvSpPr>
        <p:spPr>
          <a:xfrm>
            <a:off x="771896" y="547391"/>
            <a:ext cx="66303" cy="713543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D234CC6-2CEE-0438-D57E-A212EAC25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9885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ila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12138"/>
                </a:solidFill>
              </a:defRPr>
            </a:lvl1pPr>
            <a:lvl2pPr>
              <a:defRPr>
                <a:solidFill>
                  <a:srgbClr val="012138"/>
                </a:solidFill>
              </a:defRPr>
            </a:lvl2pPr>
            <a:lvl3pPr>
              <a:defRPr>
                <a:solidFill>
                  <a:srgbClr val="012138"/>
                </a:solidFill>
              </a:defRPr>
            </a:lvl3pPr>
            <a:lvl4pPr>
              <a:defRPr>
                <a:solidFill>
                  <a:srgbClr val="012138"/>
                </a:solidFill>
              </a:defRPr>
            </a:lvl4pPr>
            <a:lvl5pPr>
              <a:defRPr>
                <a:solidFill>
                  <a:srgbClr val="0121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A3D984-260A-3E70-FD50-F3056DD2E3ED}"/>
              </a:ext>
            </a:extLst>
          </p:cNvPr>
          <p:cNvSpPr/>
          <p:nvPr userDrawn="1"/>
        </p:nvSpPr>
        <p:spPr>
          <a:xfrm>
            <a:off x="776730" y="547392"/>
            <a:ext cx="61469" cy="713543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D6EAB8F-241C-C584-008C-AEE582F8D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8951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">
    <p:bg>
      <p:bgPr>
        <a:solidFill>
          <a:srgbClr val="BAA0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12138"/>
                </a:solidFill>
              </a:defRPr>
            </a:lvl1pPr>
            <a:lvl2pPr>
              <a:defRPr>
                <a:solidFill>
                  <a:srgbClr val="012138"/>
                </a:solidFill>
              </a:defRPr>
            </a:lvl2pPr>
            <a:lvl3pPr>
              <a:defRPr>
                <a:solidFill>
                  <a:srgbClr val="012138"/>
                </a:solidFill>
              </a:defRPr>
            </a:lvl3pPr>
            <a:lvl4pPr>
              <a:defRPr>
                <a:solidFill>
                  <a:srgbClr val="012138"/>
                </a:solidFill>
              </a:defRPr>
            </a:lvl4pPr>
            <a:lvl5pPr>
              <a:defRPr>
                <a:solidFill>
                  <a:srgbClr val="0121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27BC83-20BE-6868-A41D-5676123038A4}"/>
              </a:ext>
            </a:extLst>
          </p:cNvPr>
          <p:cNvSpPr/>
          <p:nvPr userDrawn="1"/>
        </p:nvSpPr>
        <p:spPr>
          <a:xfrm>
            <a:off x="760022" y="547392"/>
            <a:ext cx="78178" cy="713543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742354-9E33-8BD7-FDAD-90C8B598C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7196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card dark">
    <p:bg>
      <p:bgPr>
        <a:gradFill flip="none" rotWithShape="1">
          <a:gsLst>
            <a:gs pos="91000">
              <a:srgbClr val="017385"/>
            </a:gs>
            <a:gs pos="85000">
              <a:srgbClr val="015A6E"/>
            </a:gs>
            <a:gs pos="77000">
              <a:srgbClr val="014055"/>
            </a:gs>
            <a:gs pos="100000">
              <a:srgbClr val="017C8B"/>
            </a:gs>
            <a:gs pos="68000">
              <a:srgbClr val="013046"/>
            </a:gs>
            <a:gs pos="41000">
              <a:srgbClr val="012138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F86EA18-33AF-B92F-28C5-7635F70AA5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4857" y="1572986"/>
            <a:ext cx="8218715" cy="3869872"/>
          </a:xfrm>
          <a:noFill/>
          <a:ln>
            <a:noFill/>
          </a:ln>
          <a:effectLst/>
        </p:spPr>
        <p:txBody>
          <a:bodyPr lIns="144000" anchor="ctr" anchorCtr="0">
            <a:noAutofit/>
          </a:bodyPr>
          <a:lstStyle>
            <a:lvl1pPr marL="0" indent="0" algn="l">
              <a:buNone/>
              <a:defRPr sz="72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and add your big quote or thought, max four lines ”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79BFAD7-66DC-BCB5-95AE-2623C06AF1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0206" y="1278392"/>
            <a:ext cx="963613" cy="1143000"/>
          </a:xfrm>
        </p:spPr>
        <p:txBody>
          <a:bodyPr>
            <a:noAutofit/>
          </a:bodyPr>
          <a:lstStyle>
            <a:lvl1pPr marL="0" indent="0">
              <a:buNone/>
              <a:defRPr sz="13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BF5361-8FFD-E93D-F8AC-82FC37CD9D12}"/>
              </a:ext>
            </a:extLst>
          </p:cNvPr>
          <p:cNvCxnSpPr>
            <a:cxnSpLocks/>
          </p:cNvCxnSpPr>
          <p:nvPr userDrawn="1"/>
        </p:nvCxnSpPr>
        <p:spPr>
          <a:xfrm>
            <a:off x="2530929" y="5720445"/>
            <a:ext cx="2041071" cy="0"/>
          </a:xfrm>
          <a:prstGeom prst="line">
            <a:avLst/>
          </a:prstGeom>
          <a:ln w="47625">
            <a:solidFill>
              <a:srgbClr val="FDB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29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card light">
    <p:bg>
      <p:bgPr>
        <a:gradFill>
          <a:gsLst>
            <a:gs pos="74000">
              <a:srgbClr val="EDE4F0"/>
            </a:gs>
            <a:gs pos="60000">
              <a:schemeClr val="bg1"/>
            </a:gs>
            <a:gs pos="3000">
              <a:srgbClr val="FDC23A"/>
            </a:gs>
            <a:gs pos="7000">
              <a:srgbClr val="FED26A"/>
            </a:gs>
            <a:gs pos="0">
              <a:srgbClr val="FDB515"/>
            </a:gs>
            <a:gs pos="44000">
              <a:srgbClr val="FFF8E7"/>
            </a:gs>
            <a:gs pos="19000">
              <a:srgbClr val="FFEDBA"/>
            </a:gs>
            <a:gs pos="29000">
              <a:schemeClr val="accent5">
                <a:lumMod val="20000"/>
                <a:lumOff val="80000"/>
              </a:schemeClr>
            </a:gs>
            <a:gs pos="95000">
              <a:schemeClr val="accent3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83E3DCD-93F0-3CEF-5B0A-A81F47873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4857" y="1572986"/>
            <a:ext cx="8218715" cy="3869872"/>
          </a:xfrm>
          <a:noFill/>
          <a:ln>
            <a:noFill/>
          </a:ln>
          <a:effectLst/>
        </p:spPr>
        <p:txBody>
          <a:bodyPr lIns="144000" anchor="ctr" anchorCtr="0">
            <a:noAutofit/>
          </a:bodyPr>
          <a:lstStyle>
            <a:lvl1pPr marL="0" indent="0" algn="l">
              <a:buNone/>
              <a:defRPr sz="7200" b="1">
                <a:solidFill>
                  <a:srgbClr val="012138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and add your big quote or thought, max four lines ”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6249E7-A406-3EFE-1B2F-8A3BA5EEBC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0206" y="1278392"/>
            <a:ext cx="963613" cy="1143000"/>
          </a:xfrm>
        </p:spPr>
        <p:txBody>
          <a:bodyPr>
            <a:noAutofit/>
          </a:bodyPr>
          <a:lstStyle>
            <a:lvl1pPr marL="0" indent="0">
              <a:buNone/>
              <a:defRPr sz="138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99F30FE-2177-1F45-76C9-D1C907B29BBD}"/>
              </a:ext>
            </a:extLst>
          </p:cNvPr>
          <p:cNvCxnSpPr>
            <a:cxnSpLocks/>
          </p:cNvCxnSpPr>
          <p:nvPr userDrawn="1"/>
        </p:nvCxnSpPr>
        <p:spPr>
          <a:xfrm>
            <a:off x="2530929" y="5720445"/>
            <a:ext cx="2041071" cy="0"/>
          </a:xfrm>
          <a:prstGeom prst="line">
            <a:avLst/>
          </a:prstGeom>
          <a:ln w="47625">
            <a:solidFill>
              <a:srgbClr val="00B2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5985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layout dark">
    <p:bg>
      <p:bgPr>
        <a:gradFill>
          <a:gsLst>
            <a:gs pos="84000">
              <a:srgbClr val="014458"/>
            </a:gs>
            <a:gs pos="100000">
              <a:srgbClr val="00B2C0"/>
            </a:gs>
            <a:gs pos="92000">
              <a:srgbClr val="016E80"/>
            </a:gs>
            <a:gs pos="72288">
              <a:srgbClr val="01364B"/>
            </a:gs>
            <a:gs pos="57000">
              <a:srgbClr val="01213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83E3DCD-93F0-3CEF-5B0A-A81F47873C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457200"/>
            <a:ext cx="10515599" cy="893928"/>
          </a:xfrm>
          <a:solidFill>
            <a:srgbClr val="012138"/>
          </a:solidFill>
          <a:ln>
            <a:noFill/>
          </a:ln>
          <a:effectLst>
            <a:outerShdw dist="50800" dir="10800000" algn="r" rotWithShape="0">
              <a:srgbClr val="EE7219"/>
            </a:outerShdw>
          </a:effectLst>
        </p:spPr>
        <p:txBody>
          <a:bodyPr lIns="144000" anchor="ctr" anchorCtr="0">
            <a:norm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3">
            <a:extLst>
              <a:ext uri="{FF2B5EF4-FFF2-40B4-BE49-F238E27FC236}">
                <a16:creationId xmlns:a16="http://schemas.microsoft.com/office/drawing/2014/main" id="{2801E701-677E-281D-A090-DF7EA4434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2675" y="1779135"/>
            <a:ext cx="2928938" cy="1453922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9ECACB1D-1337-B5B8-96B7-8A8CA41942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87875" y="1779135"/>
            <a:ext cx="2928938" cy="1399266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395C3088-C7F2-718B-A69E-7655794F06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5603" y="1779135"/>
            <a:ext cx="2928938" cy="1399266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64B47-5BF6-68F1-0A3A-46BAE8F522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675" y="3679599"/>
            <a:ext cx="2982913" cy="347186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bg1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1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B755273-E379-B79D-E901-CCE158E7DC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24993" y="3606408"/>
            <a:ext cx="3045796" cy="3545053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bg1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2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5F582E1-9533-F703-D08A-443CA6FD22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5603" y="3774754"/>
            <a:ext cx="2923722" cy="320836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bg1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3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B0707E-393F-4706-8CB5-BF5724CDD00D}"/>
              </a:ext>
            </a:extLst>
          </p:cNvPr>
          <p:cNvSpPr/>
          <p:nvPr userDrawn="1"/>
        </p:nvSpPr>
        <p:spPr>
          <a:xfrm>
            <a:off x="781893" y="457200"/>
            <a:ext cx="61469" cy="893928"/>
          </a:xfrm>
          <a:prstGeom prst="rect">
            <a:avLst/>
          </a:prstGeom>
          <a:solidFill>
            <a:srgbClr val="BAA0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566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layout light">
    <p:bg>
      <p:bgPr>
        <a:solidFill>
          <a:srgbClr val="BAA0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3">
            <a:extLst>
              <a:ext uri="{FF2B5EF4-FFF2-40B4-BE49-F238E27FC236}">
                <a16:creationId xmlns:a16="http://schemas.microsoft.com/office/drawing/2014/main" id="{2801E701-677E-281D-A090-DF7EA4434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2675" y="1779135"/>
            <a:ext cx="2928938" cy="1453922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012138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9ECACB1D-1337-B5B8-96B7-8A8CA41942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87875" y="1779135"/>
            <a:ext cx="2928938" cy="1399266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395C3088-C7F2-718B-A69E-7655794F06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5603" y="1779135"/>
            <a:ext cx="2928938" cy="1399266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64B47-5BF6-68F1-0A3A-46BAE8F522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675" y="3679599"/>
            <a:ext cx="2982913" cy="347186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1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B755273-E379-B79D-E901-CCE158E7DC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87875" y="3679599"/>
            <a:ext cx="2982913" cy="347186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2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5F582E1-9533-F703-D08A-443CA6FD22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5603" y="3640274"/>
            <a:ext cx="2982913" cy="347186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3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7E7BBD-9A96-4722-A5BC-C535C59109EA}"/>
              </a:ext>
            </a:extLst>
          </p:cNvPr>
          <p:cNvSpPr/>
          <p:nvPr userDrawn="1"/>
        </p:nvSpPr>
        <p:spPr>
          <a:xfrm>
            <a:off x="765958" y="547392"/>
            <a:ext cx="72241" cy="713543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3AD5379-7B73-C0EA-9B64-8A146DBE8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4104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iple box layou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8014F2-6313-4136-F287-B8DE6D096891}"/>
              </a:ext>
            </a:extLst>
          </p:cNvPr>
          <p:cNvGrpSpPr/>
          <p:nvPr userDrawn="1"/>
        </p:nvGrpSpPr>
        <p:grpSpPr>
          <a:xfrm>
            <a:off x="838200" y="1938661"/>
            <a:ext cx="3422938" cy="1866229"/>
            <a:chOff x="838200" y="2563812"/>
            <a:chExt cx="3638248" cy="198361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E5BD56F-03B2-61E3-E76B-E28DEDC04229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: Diagonal Corners Rounded 8">
              <a:extLst>
                <a:ext uri="{FF2B5EF4-FFF2-40B4-BE49-F238E27FC236}">
                  <a16:creationId xmlns:a16="http://schemas.microsoft.com/office/drawing/2014/main" id="{BF16F449-C899-5C29-EF3A-5CD9390B33D0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012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2B779FF-63E7-62B0-1327-7EEB8A20FB1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23032" y="3984171"/>
            <a:ext cx="3210429" cy="22207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32FC144-4304-1604-DF0F-AE5A9437217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494324" y="3984171"/>
            <a:ext cx="3210429" cy="22207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6885928-969E-9517-9D2E-7B9C43DDAD30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065616" y="3984171"/>
            <a:ext cx="3210429" cy="22207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49DBE94-C6B3-1A23-A70F-92AECDE73B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2675" y="1975757"/>
            <a:ext cx="700088" cy="533400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1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F39D15E-7014-7E67-ECCD-A9A4925C78FF}"/>
              </a:ext>
            </a:extLst>
          </p:cNvPr>
          <p:cNvGrpSpPr/>
          <p:nvPr userDrawn="1"/>
        </p:nvGrpSpPr>
        <p:grpSpPr>
          <a:xfrm>
            <a:off x="4381500" y="1938661"/>
            <a:ext cx="3422938" cy="1866229"/>
            <a:chOff x="838200" y="2563812"/>
            <a:chExt cx="3638248" cy="1983619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10B5644D-65FE-47B2-4545-1BF31C123E72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: Diagonal Corners Rounded 36">
              <a:extLst>
                <a:ext uri="{FF2B5EF4-FFF2-40B4-BE49-F238E27FC236}">
                  <a16:creationId xmlns:a16="http://schemas.microsoft.com/office/drawing/2014/main" id="{36ACDD4A-CFC8-B00C-3E62-EE84EE9A5F3B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012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A26BE446-47E8-E481-2031-9766C0694C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25975" y="1975757"/>
            <a:ext cx="700088" cy="533400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2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D2D6173-46E5-674D-0440-08965B6F4A98}"/>
              </a:ext>
            </a:extLst>
          </p:cNvPr>
          <p:cNvGrpSpPr/>
          <p:nvPr userDrawn="1"/>
        </p:nvGrpSpPr>
        <p:grpSpPr>
          <a:xfrm>
            <a:off x="7941128" y="1938661"/>
            <a:ext cx="3422938" cy="1866229"/>
            <a:chOff x="838200" y="2563812"/>
            <a:chExt cx="3638248" cy="1983619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806159BC-ED3A-E04C-4C4E-FC9493B7BF50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: Diagonal Corners Rounded 40">
              <a:extLst>
                <a:ext uri="{FF2B5EF4-FFF2-40B4-BE49-F238E27FC236}">
                  <a16:creationId xmlns:a16="http://schemas.microsoft.com/office/drawing/2014/main" id="{C9675449-D067-7BAE-9A60-DB7C2A57A2CD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012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4A43E03D-7065-F450-9700-7DAA743FF7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85603" y="1975757"/>
            <a:ext cx="700088" cy="533400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3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2D3530DA-7838-D3FF-2D99-9A1A65544E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2675" y="2747963"/>
            <a:ext cx="2928938" cy="83343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77A7ACFB-3830-411E-9CF8-451BC722F6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87875" y="2747963"/>
            <a:ext cx="2928938" cy="83343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C376F46C-0993-CCC9-C1F1-4FCC2675EA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5603" y="2747963"/>
            <a:ext cx="2928938" cy="83343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13F4C2-1306-5BC5-437C-7BEB27D28F8A}"/>
              </a:ext>
            </a:extLst>
          </p:cNvPr>
          <p:cNvSpPr/>
          <p:nvPr userDrawn="1"/>
        </p:nvSpPr>
        <p:spPr>
          <a:xfrm>
            <a:off x="765958" y="547392"/>
            <a:ext cx="72241" cy="713543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0F2AC34-0F3F-2FA4-433E-9D38E04B8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34551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box layou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8014F2-6313-4136-F287-B8DE6D096891}"/>
              </a:ext>
            </a:extLst>
          </p:cNvPr>
          <p:cNvGrpSpPr/>
          <p:nvPr userDrawn="1"/>
        </p:nvGrpSpPr>
        <p:grpSpPr>
          <a:xfrm>
            <a:off x="838200" y="1938661"/>
            <a:ext cx="3422938" cy="1866229"/>
            <a:chOff x="838200" y="2563812"/>
            <a:chExt cx="3638248" cy="1983619"/>
          </a:xfrm>
          <a:solidFill>
            <a:srgbClr val="017C8B"/>
          </a:solidFill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E5BD56F-03B2-61E3-E76B-E28DEDC04229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: Diagonal Corners Rounded 8">
              <a:extLst>
                <a:ext uri="{FF2B5EF4-FFF2-40B4-BE49-F238E27FC236}">
                  <a16:creationId xmlns:a16="http://schemas.microsoft.com/office/drawing/2014/main" id="{BF16F449-C899-5C29-EF3A-5CD9390B33D0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012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2B779FF-63E7-62B0-1327-7EEB8A20FB1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23032" y="3984171"/>
            <a:ext cx="3210429" cy="22207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32FC144-4304-1604-DF0F-AE5A9437217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494324" y="3984171"/>
            <a:ext cx="3210429" cy="22207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6885928-969E-9517-9D2E-7B9C43DDAD30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065616" y="3984171"/>
            <a:ext cx="3210429" cy="22207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49DBE94-C6B3-1A23-A70F-92AECDE73B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2675" y="1975757"/>
            <a:ext cx="700088" cy="533400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1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F39D15E-7014-7E67-ECCD-A9A4925C78FF}"/>
              </a:ext>
            </a:extLst>
          </p:cNvPr>
          <p:cNvGrpSpPr/>
          <p:nvPr userDrawn="1"/>
        </p:nvGrpSpPr>
        <p:grpSpPr>
          <a:xfrm>
            <a:off x="4381500" y="1938661"/>
            <a:ext cx="3422938" cy="1866229"/>
            <a:chOff x="838200" y="2563812"/>
            <a:chExt cx="3638248" cy="1983619"/>
          </a:xfrm>
          <a:solidFill>
            <a:srgbClr val="017C8B"/>
          </a:solidFill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10B5644D-65FE-47B2-4545-1BF31C123E72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: Diagonal Corners Rounded 36">
              <a:extLst>
                <a:ext uri="{FF2B5EF4-FFF2-40B4-BE49-F238E27FC236}">
                  <a16:creationId xmlns:a16="http://schemas.microsoft.com/office/drawing/2014/main" id="{36ACDD4A-CFC8-B00C-3E62-EE84EE9A5F3B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012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A26BE446-47E8-E481-2031-9766C0694C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25975" y="1975757"/>
            <a:ext cx="700088" cy="533400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2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D2D6173-46E5-674D-0440-08965B6F4A98}"/>
              </a:ext>
            </a:extLst>
          </p:cNvPr>
          <p:cNvGrpSpPr/>
          <p:nvPr userDrawn="1"/>
        </p:nvGrpSpPr>
        <p:grpSpPr>
          <a:xfrm>
            <a:off x="7941128" y="1938661"/>
            <a:ext cx="3422938" cy="1866229"/>
            <a:chOff x="838200" y="2563812"/>
            <a:chExt cx="3638248" cy="1983619"/>
          </a:xfrm>
          <a:solidFill>
            <a:srgbClr val="017C8B"/>
          </a:solidFill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806159BC-ED3A-E04C-4C4E-FC9493B7BF50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: Diagonal Corners Rounded 40">
              <a:extLst>
                <a:ext uri="{FF2B5EF4-FFF2-40B4-BE49-F238E27FC236}">
                  <a16:creationId xmlns:a16="http://schemas.microsoft.com/office/drawing/2014/main" id="{C9675449-D067-7BAE-9A60-DB7C2A57A2CD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012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4A43E03D-7065-F450-9700-7DAA743FF7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85603" y="1975757"/>
            <a:ext cx="700088" cy="533400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3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2D3530DA-7838-D3FF-2D99-9A1A65544E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2675" y="2747963"/>
            <a:ext cx="2928938" cy="83343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77A7ACFB-3830-411E-9CF8-451BC722F6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87875" y="2747963"/>
            <a:ext cx="2928938" cy="83343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C376F46C-0993-CCC9-C1F1-4FCC2675EA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5603" y="2747963"/>
            <a:ext cx="2928938" cy="83343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5888F3-4543-7D2F-0F82-090BECDE0CD8}"/>
              </a:ext>
            </a:extLst>
          </p:cNvPr>
          <p:cNvSpPr/>
          <p:nvPr userDrawn="1"/>
        </p:nvSpPr>
        <p:spPr>
          <a:xfrm>
            <a:off x="754083" y="547392"/>
            <a:ext cx="84117" cy="713543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4CC3CE2-3254-516C-4E4F-06D3885F6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6508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ingl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9639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F92EEBD-C977-C074-275A-908331E6A000}"/>
              </a:ext>
            </a:extLst>
          </p:cNvPr>
          <p:cNvSpPr/>
          <p:nvPr userDrawn="1"/>
        </p:nvSpPr>
        <p:spPr>
          <a:xfrm rot="1954863">
            <a:off x="9255579" y="833095"/>
            <a:ext cx="5872843" cy="5872843"/>
          </a:xfrm>
          <a:prstGeom prst="ellipse">
            <a:avLst/>
          </a:prstGeom>
          <a:gradFill flip="none" rotWithShape="1">
            <a:gsLst>
              <a:gs pos="65000">
                <a:srgbClr val="EED6BD"/>
              </a:gs>
              <a:gs pos="27000">
                <a:srgbClr val="D4BFDD"/>
              </a:gs>
              <a:gs pos="19000">
                <a:srgbClr val="C2A4CF"/>
              </a:gs>
              <a:gs pos="48000">
                <a:srgbClr val="E3D3E0"/>
              </a:gs>
              <a:gs pos="38000">
                <a:srgbClr val="E1D2E7"/>
              </a:gs>
              <a:gs pos="80000">
                <a:srgbClr val="FDD57D"/>
              </a:gs>
              <a:gs pos="75000">
                <a:srgbClr val="FDDA8B"/>
              </a:gs>
              <a:gs pos="86000">
                <a:srgbClr val="FDB515"/>
              </a:gs>
              <a:gs pos="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A group of windmills in the dark&#10;&#10;Description automatically generated">
            <a:extLst>
              <a:ext uri="{FF2B5EF4-FFF2-40B4-BE49-F238E27FC236}">
                <a16:creationId xmlns:a16="http://schemas.microsoft.com/office/drawing/2014/main" id="{4C05F9DD-1F14-86D6-8D6F-323703534E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718" y="681036"/>
            <a:ext cx="5011282" cy="61769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3FF4521-EFD2-DEFC-2BBE-69DCC53F4BF2}"/>
              </a:ext>
            </a:extLst>
          </p:cNvPr>
          <p:cNvSpPr/>
          <p:nvPr userDrawn="1"/>
        </p:nvSpPr>
        <p:spPr>
          <a:xfrm>
            <a:off x="754084" y="547392"/>
            <a:ext cx="84116" cy="713543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5B3673-FBAD-1595-7459-FDBAAACFE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7154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ubble lower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2444DB-0090-A1C6-1F99-A1F0C6A8D88B}"/>
              </a:ext>
            </a:extLst>
          </p:cNvPr>
          <p:cNvSpPr/>
          <p:nvPr userDrawn="1"/>
        </p:nvSpPr>
        <p:spPr>
          <a:xfrm rot="19948748">
            <a:off x="6518747" y="4197902"/>
            <a:ext cx="5872843" cy="5872843"/>
          </a:xfrm>
          <a:prstGeom prst="ellipse">
            <a:avLst/>
          </a:prstGeom>
          <a:gradFill flip="none" rotWithShape="1">
            <a:gsLst>
              <a:gs pos="65000">
                <a:srgbClr val="EED6BD"/>
              </a:gs>
              <a:gs pos="27000">
                <a:srgbClr val="D4BFDD"/>
              </a:gs>
              <a:gs pos="19000">
                <a:srgbClr val="C2A4CF"/>
              </a:gs>
              <a:gs pos="48000">
                <a:srgbClr val="E3D3E0"/>
              </a:gs>
              <a:gs pos="38000">
                <a:srgbClr val="E1D2E7"/>
              </a:gs>
              <a:gs pos="80000">
                <a:srgbClr val="FDD57D"/>
              </a:gs>
              <a:gs pos="75000">
                <a:srgbClr val="FDDA8B"/>
              </a:gs>
              <a:gs pos="86000">
                <a:srgbClr val="FDB515"/>
              </a:gs>
              <a:gs pos="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992CD2-4D93-7DE1-58A5-A5B4F80EA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286D6-05B0-7E35-A723-D0B6E27A176A}"/>
              </a:ext>
            </a:extLst>
          </p:cNvPr>
          <p:cNvSpPr/>
          <p:nvPr userDrawn="1"/>
        </p:nvSpPr>
        <p:spPr>
          <a:xfrm>
            <a:off x="754084" y="547392"/>
            <a:ext cx="84116" cy="713543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277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BB1D90-5B8C-2163-1BB2-973CD9B1625A}"/>
              </a:ext>
            </a:extLst>
          </p:cNvPr>
          <p:cNvSpPr/>
          <p:nvPr userDrawn="1"/>
        </p:nvSpPr>
        <p:spPr>
          <a:xfrm>
            <a:off x="773723" y="3705261"/>
            <a:ext cx="58127" cy="1376972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1E5F82-40A4-B951-95DE-95121FA09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850" y="3705261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326EEEA-2D20-756B-FF5A-F07115714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4508996"/>
            <a:ext cx="4886476" cy="573238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121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8034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light">
    <p:bg>
      <p:bgPr>
        <a:gradFill>
          <a:gsLst>
            <a:gs pos="100000">
              <a:srgbClr val="017C8B"/>
            </a:gs>
            <a:gs pos="91000">
              <a:srgbClr val="016578"/>
            </a:gs>
            <a:gs pos="82000">
              <a:srgbClr val="014A5F"/>
            </a:gs>
            <a:gs pos="73000">
              <a:srgbClr val="013147"/>
            </a:gs>
            <a:gs pos="49000">
              <a:srgbClr val="01213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BB1D90-5B8C-2163-1BB2-973CD9B1625A}"/>
              </a:ext>
            </a:extLst>
          </p:cNvPr>
          <p:cNvSpPr/>
          <p:nvPr userDrawn="1"/>
        </p:nvSpPr>
        <p:spPr>
          <a:xfrm>
            <a:off x="786131" y="3705261"/>
            <a:ext cx="45719" cy="1376972"/>
          </a:xfrm>
          <a:prstGeom prst="rect">
            <a:avLst/>
          </a:prstGeom>
          <a:solidFill>
            <a:srgbClr val="BAA0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1E5F82-40A4-B951-95DE-95121FA09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850" y="3705261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326EEEA-2D20-756B-FF5A-F07115714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4508996"/>
            <a:ext cx="4886476" cy="57323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8381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BD47B2D-9E2B-2048-99CC-AC985DC471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8579" y="331325"/>
            <a:ext cx="1519887" cy="81539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7552DFF3-4199-0B57-99AE-5E45A04AA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724" y="5943676"/>
            <a:ext cx="4886476" cy="573238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121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4DAE7D-BB44-541E-B65B-940A59828501}"/>
              </a:ext>
            </a:extLst>
          </p:cNvPr>
          <p:cNvGrpSpPr/>
          <p:nvPr userDrawn="1"/>
        </p:nvGrpSpPr>
        <p:grpSpPr>
          <a:xfrm>
            <a:off x="3814837" y="1147837"/>
            <a:ext cx="4562325" cy="4562325"/>
            <a:chOff x="3814835" y="391464"/>
            <a:chExt cx="4562325" cy="4562325"/>
          </a:xfrm>
        </p:grpSpPr>
        <p:sp>
          <p:nvSpPr>
            <p:cNvPr id="11" name="Oval 10" descr="Binary abstract code patterns in cyan and magenta waves">
              <a:extLst>
                <a:ext uri="{FF2B5EF4-FFF2-40B4-BE49-F238E27FC236}">
                  <a16:creationId xmlns:a16="http://schemas.microsoft.com/office/drawing/2014/main" id="{FBF2FD71-6239-7E6E-B0C8-63D3281E373A}"/>
                </a:ext>
              </a:extLst>
            </p:cNvPr>
            <p:cNvSpPr/>
            <p:nvPr userDrawn="1"/>
          </p:nvSpPr>
          <p:spPr>
            <a:xfrm>
              <a:off x="3814835" y="391464"/>
              <a:ext cx="4562325" cy="4562325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30569" t="-7088" r="-30063" b="1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C1C41EC-2E99-95C4-38F1-CCA31C6DE79A}"/>
                </a:ext>
              </a:extLst>
            </p:cNvPr>
            <p:cNvSpPr/>
            <p:nvPr userDrawn="1"/>
          </p:nvSpPr>
          <p:spPr>
            <a:xfrm>
              <a:off x="4660557" y="1239395"/>
              <a:ext cx="2870885" cy="2870885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F88CD68F-06BB-D486-FD86-BB6B316A8BB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04229" y="2146312"/>
              <a:ext cx="2539999" cy="105704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62500" lnSpcReduction="2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6600" b="1">
                  <a:solidFill>
                    <a:srgbClr val="012138"/>
                  </a:solidFill>
                  <a:latin typeface="+mn-lt"/>
                </a:rPr>
                <a:t>Thank</a:t>
              </a:r>
            </a:p>
            <a:p>
              <a:r>
                <a:rPr lang="en-US" sz="6600" b="1">
                  <a:solidFill>
                    <a:srgbClr val="012138"/>
                  </a:solidFill>
                  <a:latin typeface="+mn-lt"/>
                </a:rPr>
                <a:t>You</a:t>
              </a:r>
              <a:endParaRPr lang="en-GB" sz="6600" b="1">
                <a:solidFill>
                  <a:srgbClr val="012138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06962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BD47B2D-9E2B-2048-99CC-AC985DC471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8579" y="331325"/>
            <a:ext cx="1519887" cy="815390"/>
          </a:xfrm>
          <a:prstGeom prst="rect">
            <a:avLst/>
          </a:prstGeom>
        </p:spPr>
      </p:pic>
      <p:sp>
        <p:nvSpPr>
          <p:cNvPr id="11" name="Oval 10" descr="Binary abstract code patterns in cyan and magenta waves">
            <a:extLst>
              <a:ext uri="{FF2B5EF4-FFF2-40B4-BE49-F238E27FC236}">
                <a16:creationId xmlns:a16="http://schemas.microsoft.com/office/drawing/2014/main" id="{FBF2FD71-6239-7E6E-B0C8-63D3281E373A}"/>
              </a:ext>
            </a:extLst>
          </p:cNvPr>
          <p:cNvSpPr/>
          <p:nvPr userDrawn="1"/>
        </p:nvSpPr>
        <p:spPr>
          <a:xfrm>
            <a:off x="3814835" y="391464"/>
            <a:ext cx="4562325" cy="4562325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0569" t="-7088" r="-30063" b="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0079A5-B8FA-5F69-D048-2D2982A8F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723" y="5138057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552DFF3-4199-0B57-99AE-5E45A04AA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724" y="5943676"/>
            <a:ext cx="4886476" cy="573238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121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1C41EC-2E99-95C4-38F1-CCA31C6DE79A}"/>
              </a:ext>
            </a:extLst>
          </p:cNvPr>
          <p:cNvSpPr/>
          <p:nvPr userDrawn="1"/>
        </p:nvSpPr>
        <p:spPr>
          <a:xfrm>
            <a:off x="4660557" y="1239395"/>
            <a:ext cx="2870885" cy="2870885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8CD68F-06BB-D486-FD86-BB6B316A8BB4}"/>
              </a:ext>
            </a:extLst>
          </p:cNvPr>
          <p:cNvSpPr txBox="1">
            <a:spLocks/>
          </p:cNvSpPr>
          <p:nvPr userDrawn="1"/>
        </p:nvSpPr>
        <p:spPr>
          <a:xfrm>
            <a:off x="4804229" y="2146312"/>
            <a:ext cx="2539999" cy="10570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>
                <a:solidFill>
                  <a:srgbClr val="012138"/>
                </a:solidFill>
                <a:latin typeface="+mn-lt"/>
              </a:rPr>
              <a:t>Hello</a:t>
            </a:r>
            <a:endParaRPr lang="en-GB" sz="6600" b="1">
              <a:solidFill>
                <a:srgbClr val="012138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09078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12138"/>
                </a:solidFill>
              </a:defRPr>
            </a:lvl1pPr>
            <a:lvl2pPr>
              <a:defRPr>
                <a:solidFill>
                  <a:srgbClr val="012138"/>
                </a:solidFill>
              </a:defRPr>
            </a:lvl2pPr>
            <a:lvl3pPr>
              <a:defRPr>
                <a:solidFill>
                  <a:srgbClr val="012138"/>
                </a:solidFill>
              </a:defRPr>
            </a:lvl3pPr>
            <a:lvl4pPr>
              <a:defRPr>
                <a:solidFill>
                  <a:srgbClr val="012138"/>
                </a:solidFill>
              </a:defRPr>
            </a:lvl4pPr>
            <a:lvl5pPr>
              <a:defRPr>
                <a:solidFill>
                  <a:srgbClr val="0121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946052-1A32-1373-DCD8-51DCFC1EB55B}"/>
              </a:ext>
            </a:extLst>
          </p:cNvPr>
          <p:cNvSpPr/>
          <p:nvPr userDrawn="1"/>
        </p:nvSpPr>
        <p:spPr>
          <a:xfrm>
            <a:off x="776730" y="457200"/>
            <a:ext cx="61469" cy="893928"/>
          </a:xfrm>
          <a:prstGeom prst="rect">
            <a:avLst/>
          </a:prstGeom>
          <a:solidFill>
            <a:srgbClr val="F479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D234CC6-2CEE-0438-D57E-A212EAC25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8232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ila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12138"/>
                </a:solidFill>
              </a:defRPr>
            </a:lvl1pPr>
            <a:lvl2pPr>
              <a:defRPr>
                <a:solidFill>
                  <a:srgbClr val="012138"/>
                </a:solidFill>
              </a:defRPr>
            </a:lvl2pPr>
            <a:lvl3pPr>
              <a:defRPr>
                <a:solidFill>
                  <a:srgbClr val="012138"/>
                </a:solidFill>
              </a:defRPr>
            </a:lvl3pPr>
            <a:lvl4pPr>
              <a:defRPr>
                <a:solidFill>
                  <a:srgbClr val="012138"/>
                </a:solidFill>
              </a:defRPr>
            </a:lvl4pPr>
            <a:lvl5pPr>
              <a:defRPr>
                <a:solidFill>
                  <a:srgbClr val="0121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A3D984-260A-3E70-FD50-F3056DD2E3ED}"/>
              </a:ext>
            </a:extLst>
          </p:cNvPr>
          <p:cNvSpPr/>
          <p:nvPr userDrawn="1"/>
        </p:nvSpPr>
        <p:spPr>
          <a:xfrm>
            <a:off x="776730" y="457200"/>
            <a:ext cx="61469" cy="893928"/>
          </a:xfrm>
          <a:prstGeom prst="rect">
            <a:avLst/>
          </a:prstGeom>
          <a:solidFill>
            <a:srgbClr val="F479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D6EAB8F-241C-C584-008C-AEE582F8D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2847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">
    <p:bg>
      <p:bgPr>
        <a:solidFill>
          <a:srgbClr val="BAA0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12138"/>
                </a:solidFill>
              </a:defRPr>
            </a:lvl1pPr>
            <a:lvl2pPr>
              <a:defRPr>
                <a:solidFill>
                  <a:srgbClr val="012138"/>
                </a:solidFill>
              </a:defRPr>
            </a:lvl2pPr>
            <a:lvl3pPr>
              <a:defRPr>
                <a:solidFill>
                  <a:srgbClr val="012138"/>
                </a:solidFill>
              </a:defRPr>
            </a:lvl3pPr>
            <a:lvl4pPr>
              <a:defRPr>
                <a:solidFill>
                  <a:srgbClr val="012138"/>
                </a:solidFill>
              </a:defRPr>
            </a:lvl4pPr>
            <a:lvl5pPr>
              <a:defRPr>
                <a:solidFill>
                  <a:srgbClr val="0121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27BC83-20BE-6868-A41D-5676123038A4}"/>
              </a:ext>
            </a:extLst>
          </p:cNvPr>
          <p:cNvSpPr/>
          <p:nvPr userDrawn="1"/>
        </p:nvSpPr>
        <p:spPr>
          <a:xfrm>
            <a:off x="776730" y="457200"/>
            <a:ext cx="61469" cy="893928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742354-9E33-8BD7-FDAD-90C8B598C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1335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card dark">
    <p:bg>
      <p:bgPr>
        <a:gradFill flip="none" rotWithShape="1">
          <a:gsLst>
            <a:gs pos="91000">
              <a:srgbClr val="017385"/>
            </a:gs>
            <a:gs pos="85000">
              <a:srgbClr val="015A6E"/>
            </a:gs>
            <a:gs pos="77000">
              <a:srgbClr val="014055"/>
            </a:gs>
            <a:gs pos="100000">
              <a:srgbClr val="017C8B"/>
            </a:gs>
            <a:gs pos="68000">
              <a:srgbClr val="013046"/>
            </a:gs>
            <a:gs pos="41000">
              <a:srgbClr val="012138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F86EA18-33AF-B92F-28C5-7635F70AA5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4857" y="1572986"/>
            <a:ext cx="8218715" cy="3869872"/>
          </a:xfrm>
          <a:noFill/>
          <a:ln>
            <a:noFill/>
          </a:ln>
          <a:effectLst/>
        </p:spPr>
        <p:txBody>
          <a:bodyPr lIns="144000" anchor="ctr" anchorCtr="0">
            <a:noAutofit/>
          </a:bodyPr>
          <a:lstStyle>
            <a:lvl1pPr marL="0" indent="0" algn="l">
              <a:buNone/>
              <a:defRPr sz="72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and add your big quote or thought, max four lines ”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79BFAD7-66DC-BCB5-95AE-2623C06AF1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0206" y="1278392"/>
            <a:ext cx="963613" cy="1143000"/>
          </a:xfrm>
        </p:spPr>
        <p:txBody>
          <a:bodyPr>
            <a:noAutofit/>
          </a:bodyPr>
          <a:lstStyle>
            <a:lvl1pPr marL="0" indent="0">
              <a:buNone/>
              <a:defRPr sz="13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BF5361-8FFD-E93D-F8AC-82FC37CD9D12}"/>
              </a:ext>
            </a:extLst>
          </p:cNvPr>
          <p:cNvCxnSpPr>
            <a:cxnSpLocks/>
          </p:cNvCxnSpPr>
          <p:nvPr userDrawn="1"/>
        </p:nvCxnSpPr>
        <p:spPr>
          <a:xfrm>
            <a:off x="2530929" y="5720445"/>
            <a:ext cx="2041071" cy="0"/>
          </a:xfrm>
          <a:prstGeom prst="line">
            <a:avLst/>
          </a:prstGeom>
          <a:ln w="47625">
            <a:solidFill>
              <a:srgbClr val="FDB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7480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card light">
    <p:bg>
      <p:bgPr>
        <a:gradFill>
          <a:gsLst>
            <a:gs pos="64000">
              <a:schemeClr val="bg1"/>
            </a:gs>
            <a:gs pos="7000">
              <a:srgbClr val="FED26A"/>
            </a:gs>
            <a:gs pos="0">
              <a:srgbClr val="FDB515"/>
            </a:gs>
            <a:gs pos="44000">
              <a:srgbClr val="FFF8E7"/>
            </a:gs>
            <a:gs pos="19000">
              <a:srgbClr val="FFEDBA"/>
            </a:gs>
            <a:gs pos="29000">
              <a:schemeClr val="accent5">
                <a:lumMod val="20000"/>
                <a:lumOff val="80000"/>
              </a:schemeClr>
            </a:gs>
            <a:gs pos="95000">
              <a:schemeClr val="accent3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83E3DCD-93F0-3CEF-5B0A-A81F47873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4857" y="1572986"/>
            <a:ext cx="8218715" cy="3869872"/>
          </a:xfrm>
          <a:noFill/>
          <a:ln>
            <a:noFill/>
          </a:ln>
          <a:effectLst/>
        </p:spPr>
        <p:txBody>
          <a:bodyPr lIns="144000" anchor="ctr" anchorCtr="0">
            <a:noAutofit/>
          </a:bodyPr>
          <a:lstStyle>
            <a:lvl1pPr marL="0" indent="0" algn="l">
              <a:buNone/>
              <a:defRPr sz="7200" b="1">
                <a:solidFill>
                  <a:srgbClr val="012138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and add your big quote or thought, max four lines ”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6249E7-A406-3EFE-1B2F-8A3BA5EEBC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0206" y="1278392"/>
            <a:ext cx="963613" cy="1143000"/>
          </a:xfrm>
        </p:spPr>
        <p:txBody>
          <a:bodyPr>
            <a:noAutofit/>
          </a:bodyPr>
          <a:lstStyle>
            <a:lvl1pPr marL="0" indent="0">
              <a:buNone/>
              <a:defRPr sz="138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99F30FE-2177-1F45-76C9-D1C907B29BBD}"/>
              </a:ext>
            </a:extLst>
          </p:cNvPr>
          <p:cNvCxnSpPr>
            <a:cxnSpLocks/>
          </p:cNvCxnSpPr>
          <p:nvPr userDrawn="1"/>
        </p:nvCxnSpPr>
        <p:spPr>
          <a:xfrm>
            <a:off x="2530929" y="5720445"/>
            <a:ext cx="2041071" cy="0"/>
          </a:xfrm>
          <a:prstGeom prst="line">
            <a:avLst/>
          </a:prstGeom>
          <a:ln w="47625">
            <a:solidFill>
              <a:srgbClr val="00B2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0497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layout dark">
    <p:bg>
      <p:bgPr>
        <a:gradFill>
          <a:gsLst>
            <a:gs pos="84000">
              <a:srgbClr val="014458"/>
            </a:gs>
            <a:gs pos="100000">
              <a:srgbClr val="00B2C0"/>
            </a:gs>
            <a:gs pos="92000">
              <a:srgbClr val="016E80"/>
            </a:gs>
            <a:gs pos="72288">
              <a:srgbClr val="01364B"/>
            </a:gs>
            <a:gs pos="57000">
              <a:srgbClr val="01213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83E3DCD-93F0-3CEF-5B0A-A81F47873C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457200"/>
            <a:ext cx="10515599" cy="893928"/>
          </a:xfrm>
          <a:solidFill>
            <a:srgbClr val="012138"/>
          </a:solidFill>
          <a:ln>
            <a:noFill/>
          </a:ln>
          <a:effectLst>
            <a:outerShdw dist="50800" dir="10800000" algn="r" rotWithShape="0">
              <a:srgbClr val="EE7219"/>
            </a:outerShdw>
          </a:effectLst>
        </p:spPr>
        <p:txBody>
          <a:bodyPr lIns="144000" anchor="ctr" anchorCtr="0">
            <a:norm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3">
            <a:extLst>
              <a:ext uri="{FF2B5EF4-FFF2-40B4-BE49-F238E27FC236}">
                <a16:creationId xmlns:a16="http://schemas.microsoft.com/office/drawing/2014/main" id="{2801E701-677E-281D-A090-DF7EA4434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2675" y="1779135"/>
            <a:ext cx="2928938" cy="1453922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9ECACB1D-1337-B5B8-96B7-8A8CA41942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87875" y="1779135"/>
            <a:ext cx="2928938" cy="1399266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395C3088-C7F2-718B-A69E-7655794F06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5603" y="1779135"/>
            <a:ext cx="2928938" cy="1399266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64B47-5BF6-68F1-0A3A-46BAE8F522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675" y="3679599"/>
            <a:ext cx="2982913" cy="347186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bg1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1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B755273-E379-B79D-E901-CCE158E7DC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24993" y="3606408"/>
            <a:ext cx="3045796" cy="3545053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bg1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2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5F582E1-9533-F703-D08A-443CA6FD22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5603" y="3774754"/>
            <a:ext cx="2923722" cy="320836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bg1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3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B0707E-393F-4706-8CB5-BF5724CDD00D}"/>
              </a:ext>
            </a:extLst>
          </p:cNvPr>
          <p:cNvSpPr/>
          <p:nvPr userDrawn="1"/>
        </p:nvSpPr>
        <p:spPr>
          <a:xfrm>
            <a:off x="781893" y="457200"/>
            <a:ext cx="61469" cy="893928"/>
          </a:xfrm>
          <a:prstGeom prst="rect">
            <a:avLst/>
          </a:prstGeom>
          <a:solidFill>
            <a:srgbClr val="BAA0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1949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layout light">
    <p:bg>
      <p:bgPr>
        <a:solidFill>
          <a:srgbClr val="BAA0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3">
            <a:extLst>
              <a:ext uri="{FF2B5EF4-FFF2-40B4-BE49-F238E27FC236}">
                <a16:creationId xmlns:a16="http://schemas.microsoft.com/office/drawing/2014/main" id="{2801E701-677E-281D-A090-DF7EA4434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2675" y="1779135"/>
            <a:ext cx="2928938" cy="1453922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9ECACB1D-1337-B5B8-96B7-8A8CA41942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87875" y="1779135"/>
            <a:ext cx="2928938" cy="1399266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395C3088-C7F2-718B-A69E-7655794F06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5603" y="1779135"/>
            <a:ext cx="2928938" cy="1399266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64B47-5BF6-68F1-0A3A-46BAE8F522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675" y="3679599"/>
            <a:ext cx="2982913" cy="347186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1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B755273-E379-B79D-E901-CCE158E7DC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87875" y="3679599"/>
            <a:ext cx="2982913" cy="347186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2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5F582E1-9533-F703-D08A-443CA6FD22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5603" y="3640274"/>
            <a:ext cx="2982913" cy="347186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1300" b="1">
                <a:ln w="47625"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3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7E7BBD-9A96-4722-A5BC-C535C59109EA}"/>
              </a:ext>
            </a:extLst>
          </p:cNvPr>
          <p:cNvSpPr/>
          <p:nvPr userDrawn="1"/>
        </p:nvSpPr>
        <p:spPr>
          <a:xfrm>
            <a:off x="776730" y="457200"/>
            <a:ext cx="61469" cy="893928"/>
          </a:xfrm>
          <a:prstGeom prst="rect">
            <a:avLst/>
          </a:prstGeom>
          <a:solidFill>
            <a:srgbClr val="F479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3AD5379-7B73-C0EA-9B64-8A146DBE8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6794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iple box layou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ED8C8D-FE9F-8320-A103-D835CFC629DD}"/>
              </a:ext>
            </a:extLst>
          </p:cNvPr>
          <p:cNvSpPr/>
          <p:nvPr userDrawn="1"/>
        </p:nvSpPr>
        <p:spPr>
          <a:xfrm>
            <a:off x="380249" y="2186197"/>
            <a:ext cx="2397254" cy="1677763"/>
          </a:xfrm>
          <a:prstGeom prst="roundRect">
            <a:avLst/>
          </a:prstGeom>
          <a:solidFill>
            <a:srgbClr val="FDB515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5BD56F-03B2-61E3-E76B-E28DEDC04229}"/>
              </a:ext>
            </a:extLst>
          </p:cNvPr>
          <p:cNvSpPr/>
          <p:nvPr userDrawn="1"/>
        </p:nvSpPr>
        <p:spPr>
          <a:xfrm>
            <a:off x="380250" y="1472909"/>
            <a:ext cx="2397253" cy="130701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13F4C2-1306-5BC5-437C-7BEB27D28F8A}"/>
              </a:ext>
            </a:extLst>
          </p:cNvPr>
          <p:cNvSpPr/>
          <p:nvPr userDrawn="1"/>
        </p:nvSpPr>
        <p:spPr>
          <a:xfrm>
            <a:off x="776730" y="457200"/>
            <a:ext cx="45719" cy="664880"/>
          </a:xfrm>
          <a:prstGeom prst="rect">
            <a:avLst/>
          </a:prstGeom>
          <a:solidFill>
            <a:srgbClr val="F479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0F2AC34-0F3F-2FA4-433E-9D38E04B8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436807"/>
            <a:ext cx="9705219" cy="705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5" name="Text Placeholder 43">
            <a:extLst>
              <a:ext uri="{FF2B5EF4-FFF2-40B4-BE49-F238E27FC236}">
                <a16:creationId xmlns:a16="http://schemas.microsoft.com/office/drawing/2014/main" id="{D4D30ED8-BC4D-A436-8EB9-F3ED03033F9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07213" y="1962493"/>
            <a:ext cx="2097303" cy="711751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B4503D5-FB8B-BDA3-EB1E-76E52D82AEF0}"/>
              </a:ext>
            </a:extLst>
          </p:cNvPr>
          <p:cNvSpPr/>
          <p:nvPr userDrawn="1"/>
        </p:nvSpPr>
        <p:spPr>
          <a:xfrm>
            <a:off x="3735635" y="2195107"/>
            <a:ext cx="2397254" cy="1677763"/>
          </a:xfrm>
          <a:prstGeom prst="roundRect">
            <a:avLst/>
          </a:prstGeom>
          <a:solidFill>
            <a:srgbClr val="FDB515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071C30E-281C-AD4F-C401-65A75A8A08C5}"/>
              </a:ext>
            </a:extLst>
          </p:cNvPr>
          <p:cNvSpPr/>
          <p:nvPr userDrawn="1"/>
        </p:nvSpPr>
        <p:spPr>
          <a:xfrm>
            <a:off x="3735636" y="1481819"/>
            <a:ext cx="2397253" cy="130701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3452BA5F-C6BC-6F25-7BFC-64020A0048C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862599" y="1971403"/>
            <a:ext cx="2097303" cy="711751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646158C-1317-32FE-BBCB-BF80EE7AB613}"/>
              </a:ext>
            </a:extLst>
          </p:cNvPr>
          <p:cNvSpPr/>
          <p:nvPr userDrawn="1"/>
        </p:nvSpPr>
        <p:spPr>
          <a:xfrm>
            <a:off x="7094010" y="2181292"/>
            <a:ext cx="2397254" cy="1677763"/>
          </a:xfrm>
          <a:prstGeom prst="roundRect">
            <a:avLst/>
          </a:prstGeom>
          <a:solidFill>
            <a:srgbClr val="FDB515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681CB2F-01B0-F786-D040-F9B87F6D5E09}"/>
              </a:ext>
            </a:extLst>
          </p:cNvPr>
          <p:cNvSpPr/>
          <p:nvPr userDrawn="1"/>
        </p:nvSpPr>
        <p:spPr>
          <a:xfrm>
            <a:off x="7094011" y="1468004"/>
            <a:ext cx="2397253" cy="130701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5CE55143-847A-070F-CAB7-80B37F486A9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220974" y="1957588"/>
            <a:ext cx="2097303" cy="711751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DAF1DBB-6270-3B10-17C0-BACCF4B8A86A}"/>
              </a:ext>
            </a:extLst>
          </p:cNvPr>
          <p:cNvSpPr/>
          <p:nvPr userDrawn="1"/>
        </p:nvSpPr>
        <p:spPr>
          <a:xfrm>
            <a:off x="2387393" y="4970315"/>
            <a:ext cx="2397254" cy="1677763"/>
          </a:xfrm>
          <a:prstGeom prst="roundRect">
            <a:avLst/>
          </a:prstGeom>
          <a:solidFill>
            <a:srgbClr val="FDB515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E4C83DC-17F1-BF69-D727-66604A0ED236}"/>
              </a:ext>
            </a:extLst>
          </p:cNvPr>
          <p:cNvSpPr/>
          <p:nvPr userDrawn="1"/>
        </p:nvSpPr>
        <p:spPr>
          <a:xfrm>
            <a:off x="2387394" y="4257027"/>
            <a:ext cx="2397253" cy="130701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 Placeholder 43">
            <a:extLst>
              <a:ext uri="{FF2B5EF4-FFF2-40B4-BE49-F238E27FC236}">
                <a16:creationId xmlns:a16="http://schemas.microsoft.com/office/drawing/2014/main" id="{7ECA36EA-2B3E-297C-C3D4-03638D9CD28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514357" y="4746611"/>
            <a:ext cx="2097303" cy="711751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B92E1ED-DA7C-D843-5BCE-977693334D9F}"/>
              </a:ext>
            </a:extLst>
          </p:cNvPr>
          <p:cNvSpPr/>
          <p:nvPr userDrawn="1"/>
        </p:nvSpPr>
        <p:spPr>
          <a:xfrm>
            <a:off x="5745768" y="4979225"/>
            <a:ext cx="2397254" cy="1677763"/>
          </a:xfrm>
          <a:prstGeom prst="roundRect">
            <a:avLst/>
          </a:prstGeom>
          <a:solidFill>
            <a:srgbClr val="FDB515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0D55936-F7BA-926F-5BAD-48741E122A03}"/>
              </a:ext>
            </a:extLst>
          </p:cNvPr>
          <p:cNvSpPr/>
          <p:nvPr userDrawn="1"/>
        </p:nvSpPr>
        <p:spPr>
          <a:xfrm>
            <a:off x="5745769" y="4265937"/>
            <a:ext cx="2397253" cy="130701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 Placeholder 43">
            <a:extLst>
              <a:ext uri="{FF2B5EF4-FFF2-40B4-BE49-F238E27FC236}">
                <a16:creationId xmlns:a16="http://schemas.microsoft.com/office/drawing/2014/main" id="{DB2FCD93-FF1F-4256-1491-69E0BC44E14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872732" y="4755521"/>
            <a:ext cx="2097303" cy="711751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Rectangle: Diagonal Corners Rounded 55">
            <a:extLst>
              <a:ext uri="{FF2B5EF4-FFF2-40B4-BE49-F238E27FC236}">
                <a16:creationId xmlns:a16="http://schemas.microsoft.com/office/drawing/2014/main" id="{7B29CA2A-4FE8-8601-B4E2-D5AC901E89C9}"/>
              </a:ext>
            </a:extLst>
          </p:cNvPr>
          <p:cNvSpPr/>
          <p:nvPr userDrawn="1"/>
        </p:nvSpPr>
        <p:spPr>
          <a:xfrm>
            <a:off x="2387393" y="4257027"/>
            <a:ext cx="1178604" cy="448290"/>
          </a:xfrm>
          <a:prstGeom prst="round2DiagRect">
            <a:avLst>
              <a:gd name="adj1" fmla="val 48693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b="1"/>
              <a:t>4</a:t>
            </a:r>
          </a:p>
        </p:txBody>
      </p:sp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1C90BAEF-4DA7-D66A-13D2-9B757538C6A6}"/>
              </a:ext>
            </a:extLst>
          </p:cNvPr>
          <p:cNvSpPr/>
          <p:nvPr userDrawn="1"/>
        </p:nvSpPr>
        <p:spPr>
          <a:xfrm>
            <a:off x="5742779" y="4265937"/>
            <a:ext cx="1178604" cy="448290"/>
          </a:xfrm>
          <a:prstGeom prst="round2DiagRect">
            <a:avLst>
              <a:gd name="adj1" fmla="val 48693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b="1"/>
              <a:t>5</a:t>
            </a:r>
          </a:p>
        </p:txBody>
      </p:sp>
      <p:sp>
        <p:nvSpPr>
          <p:cNvPr id="58" name="Rectangle: Diagonal Corners Rounded 57">
            <a:extLst>
              <a:ext uri="{FF2B5EF4-FFF2-40B4-BE49-F238E27FC236}">
                <a16:creationId xmlns:a16="http://schemas.microsoft.com/office/drawing/2014/main" id="{B33DF59E-C8DC-766B-2637-E5CF460563E4}"/>
              </a:ext>
            </a:extLst>
          </p:cNvPr>
          <p:cNvSpPr/>
          <p:nvPr userDrawn="1"/>
        </p:nvSpPr>
        <p:spPr>
          <a:xfrm>
            <a:off x="3735635" y="1481819"/>
            <a:ext cx="1178604" cy="448290"/>
          </a:xfrm>
          <a:prstGeom prst="round2DiagRect">
            <a:avLst>
              <a:gd name="adj1" fmla="val 48693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b="1"/>
              <a:t>2</a:t>
            </a:r>
            <a:endParaRPr lang="en-GB"/>
          </a:p>
        </p:txBody>
      </p:sp>
      <p:sp>
        <p:nvSpPr>
          <p:cNvPr id="59" name="Rectangle: Diagonal Corners Rounded 58">
            <a:extLst>
              <a:ext uri="{FF2B5EF4-FFF2-40B4-BE49-F238E27FC236}">
                <a16:creationId xmlns:a16="http://schemas.microsoft.com/office/drawing/2014/main" id="{17E18B77-921B-F7B1-69F8-F9E2EA547A71}"/>
              </a:ext>
            </a:extLst>
          </p:cNvPr>
          <p:cNvSpPr/>
          <p:nvPr userDrawn="1"/>
        </p:nvSpPr>
        <p:spPr>
          <a:xfrm>
            <a:off x="380249" y="1463999"/>
            <a:ext cx="1178604" cy="448290"/>
          </a:xfrm>
          <a:prstGeom prst="round2DiagRect">
            <a:avLst>
              <a:gd name="adj1" fmla="val 48693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b="1"/>
              <a:t>1</a:t>
            </a:r>
          </a:p>
        </p:txBody>
      </p:sp>
      <p:sp>
        <p:nvSpPr>
          <p:cNvPr id="60" name="Rectangle: Diagonal Corners Rounded 59">
            <a:extLst>
              <a:ext uri="{FF2B5EF4-FFF2-40B4-BE49-F238E27FC236}">
                <a16:creationId xmlns:a16="http://schemas.microsoft.com/office/drawing/2014/main" id="{712BED04-CD03-91F9-29CA-6CFE97FF4F0B}"/>
              </a:ext>
            </a:extLst>
          </p:cNvPr>
          <p:cNvSpPr/>
          <p:nvPr userDrawn="1"/>
        </p:nvSpPr>
        <p:spPr>
          <a:xfrm>
            <a:off x="7091021" y="1459094"/>
            <a:ext cx="1178604" cy="448290"/>
          </a:xfrm>
          <a:prstGeom prst="round2DiagRect">
            <a:avLst>
              <a:gd name="adj1" fmla="val 48693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b="1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983379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box layou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8014F2-6313-4136-F287-B8DE6D096891}"/>
              </a:ext>
            </a:extLst>
          </p:cNvPr>
          <p:cNvGrpSpPr/>
          <p:nvPr userDrawn="1"/>
        </p:nvGrpSpPr>
        <p:grpSpPr>
          <a:xfrm>
            <a:off x="297425" y="1549152"/>
            <a:ext cx="2051311" cy="1118401"/>
            <a:chOff x="838200" y="2563812"/>
            <a:chExt cx="3638248" cy="1983619"/>
          </a:xfrm>
          <a:solidFill>
            <a:srgbClr val="BAA0CD"/>
          </a:solidFill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E5BD56F-03B2-61E3-E76B-E28DEDC04229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: Diagonal Corners Rounded 8">
              <a:extLst>
                <a:ext uri="{FF2B5EF4-FFF2-40B4-BE49-F238E27FC236}">
                  <a16:creationId xmlns:a16="http://schemas.microsoft.com/office/drawing/2014/main" id="{BF16F449-C899-5C29-EF3A-5CD9390B33D0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4858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2B779FF-63E7-62B0-1327-7EEB8A20FB1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1101" y="2853070"/>
            <a:ext cx="1923958" cy="7848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49DBE94-C6B3-1A23-A70F-92AECDE73B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101" y="1478191"/>
            <a:ext cx="419551" cy="334293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5888F3-4543-7D2F-0F82-090BECDE0CD8}"/>
              </a:ext>
            </a:extLst>
          </p:cNvPr>
          <p:cNvSpPr/>
          <p:nvPr userDrawn="1"/>
        </p:nvSpPr>
        <p:spPr>
          <a:xfrm>
            <a:off x="776730" y="457200"/>
            <a:ext cx="61469" cy="893928"/>
          </a:xfrm>
          <a:prstGeom prst="rect">
            <a:avLst/>
          </a:prstGeom>
          <a:solidFill>
            <a:srgbClr val="00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4CC3CE2-3254-516C-4E4F-06D3885F6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547392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3F4B1A25-05BD-BE2A-D2DD-7F06C573B5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4775" y="2056139"/>
            <a:ext cx="1876610" cy="43407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95A003-BBED-AC6C-4057-3D10A39AD4C9}"/>
              </a:ext>
            </a:extLst>
          </p:cNvPr>
          <p:cNvGrpSpPr/>
          <p:nvPr userDrawn="1"/>
        </p:nvGrpSpPr>
        <p:grpSpPr>
          <a:xfrm>
            <a:off x="321099" y="4046744"/>
            <a:ext cx="2051311" cy="1118401"/>
            <a:chOff x="838200" y="2563812"/>
            <a:chExt cx="3638248" cy="1983619"/>
          </a:xfrm>
          <a:solidFill>
            <a:srgbClr val="BAA0CD"/>
          </a:solidFill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7480212-AA06-0EFB-8769-F5A12C8A4B2B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: Diagonal Corners Rounded 16">
              <a:extLst>
                <a:ext uri="{FF2B5EF4-FFF2-40B4-BE49-F238E27FC236}">
                  <a16:creationId xmlns:a16="http://schemas.microsoft.com/office/drawing/2014/main" id="{E0939B08-C46E-86F2-9177-D7B41A435C44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4858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784FE1C-E84A-81B4-D333-6D2BCC7A868D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384775" y="5350661"/>
            <a:ext cx="1923958" cy="1330879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3651610-9427-097D-A008-7B548603557D}"/>
              </a:ext>
            </a:extLst>
          </p:cNvPr>
          <p:cNvGrpSpPr/>
          <p:nvPr userDrawn="1"/>
        </p:nvGrpSpPr>
        <p:grpSpPr>
          <a:xfrm>
            <a:off x="2780070" y="1549152"/>
            <a:ext cx="2051311" cy="1118401"/>
            <a:chOff x="838200" y="2563812"/>
            <a:chExt cx="3638248" cy="1983619"/>
          </a:xfrm>
          <a:solidFill>
            <a:srgbClr val="BAA0CD"/>
          </a:solidFill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D1E5DF0-8FF0-5007-D810-1252FE0D656B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: Diagonal Corners Rounded 23">
              <a:extLst>
                <a:ext uri="{FF2B5EF4-FFF2-40B4-BE49-F238E27FC236}">
                  <a16:creationId xmlns:a16="http://schemas.microsoft.com/office/drawing/2014/main" id="{7CED8AD8-3E82-F838-F6C3-044DFD00EF4C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4858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E26F919-8C00-BA47-3E8E-BACC5FD10AC3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2843745" y="2853070"/>
            <a:ext cx="1987635" cy="8536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6" name="Text Placeholder 28">
            <a:extLst>
              <a:ext uri="{FF2B5EF4-FFF2-40B4-BE49-F238E27FC236}">
                <a16:creationId xmlns:a16="http://schemas.microsoft.com/office/drawing/2014/main" id="{41BEFFCB-7285-8821-9551-0C8693C0ABB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43746" y="1478191"/>
            <a:ext cx="419551" cy="334293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2</a:t>
            </a:r>
          </a:p>
        </p:txBody>
      </p:sp>
      <p:sp>
        <p:nvSpPr>
          <p:cNvPr id="27" name="Text Placeholder 43">
            <a:extLst>
              <a:ext uri="{FF2B5EF4-FFF2-40B4-BE49-F238E27FC236}">
                <a16:creationId xmlns:a16="http://schemas.microsoft.com/office/drawing/2014/main" id="{1D52FA8D-9E72-A8D3-6CE8-67755B41992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67420" y="2056139"/>
            <a:ext cx="1876610" cy="43407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AE88892-73CC-DEB6-5242-13C6F84EA08B}"/>
              </a:ext>
            </a:extLst>
          </p:cNvPr>
          <p:cNvGrpSpPr/>
          <p:nvPr userDrawn="1"/>
        </p:nvGrpSpPr>
        <p:grpSpPr>
          <a:xfrm>
            <a:off x="2803744" y="4046744"/>
            <a:ext cx="2051311" cy="1118401"/>
            <a:chOff x="838200" y="2563812"/>
            <a:chExt cx="3638248" cy="1983619"/>
          </a:xfrm>
          <a:solidFill>
            <a:srgbClr val="BAA0CD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3884EED-6CB4-D933-6B32-13E194047737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: Diagonal Corners Rounded 30">
              <a:extLst>
                <a:ext uri="{FF2B5EF4-FFF2-40B4-BE49-F238E27FC236}">
                  <a16:creationId xmlns:a16="http://schemas.microsoft.com/office/drawing/2014/main" id="{A9F946EE-DCA3-619B-ABC4-26E2BF2BFB74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4858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F86A1697-E4F5-11D8-9740-C5D01877F1FC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2867420" y="5350661"/>
            <a:ext cx="1923958" cy="1330879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108EFA-747E-EA52-613F-D12FB009F704}"/>
              </a:ext>
            </a:extLst>
          </p:cNvPr>
          <p:cNvGrpSpPr/>
          <p:nvPr userDrawn="1"/>
        </p:nvGrpSpPr>
        <p:grpSpPr>
          <a:xfrm>
            <a:off x="5175364" y="1549152"/>
            <a:ext cx="2051311" cy="1118401"/>
            <a:chOff x="838200" y="2563812"/>
            <a:chExt cx="3638248" cy="1983619"/>
          </a:xfrm>
          <a:solidFill>
            <a:srgbClr val="BAA0CD"/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2700BD3-B491-9D11-61A0-B2FC5DB3BADF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: Diagonal Corners Rounded 42">
              <a:extLst>
                <a:ext uri="{FF2B5EF4-FFF2-40B4-BE49-F238E27FC236}">
                  <a16:creationId xmlns:a16="http://schemas.microsoft.com/office/drawing/2014/main" id="{9A4701A0-716B-FB41-A73A-A858A3BECA47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4858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D8EB59D3-71EF-BAE6-01F2-B63B60A06FA3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5239040" y="2853070"/>
            <a:ext cx="1923958" cy="8536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48" name="Text Placeholder 28">
            <a:extLst>
              <a:ext uri="{FF2B5EF4-FFF2-40B4-BE49-F238E27FC236}">
                <a16:creationId xmlns:a16="http://schemas.microsoft.com/office/drawing/2014/main" id="{C83F8908-BAAD-4AE8-5DA5-4B32B268505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39040" y="1478191"/>
            <a:ext cx="419551" cy="334293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3</a:t>
            </a:r>
          </a:p>
        </p:txBody>
      </p:sp>
      <p:sp>
        <p:nvSpPr>
          <p:cNvPr id="49" name="Text Placeholder 43">
            <a:extLst>
              <a:ext uri="{FF2B5EF4-FFF2-40B4-BE49-F238E27FC236}">
                <a16:creationId xmlns:a16="http://schemas.microsoft.com/office/drawing/2014/main" id="{E6A9BBE4-9EAD-3752-2616-EDDEB528412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62714" y="2056139"/>
            <a:ext cx="1876610" cy="43407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1592491-EAF4-88A2-1195-4897BA80C7FB}"/>
              </a:ext>
            </a:extLst>
          </p:cNvPr>
          <p:cNvGrpSpPr/>
          <p:nvPr userDrawn="1"/>
        </p:nvGrpSpPr>
        <p:grpSpPr>
          <a:xfrm>
            <a:off x="5199038" y="4046744"/>
            <a:ext cx="2051311" cy="1118401"/>
            <a:chOff x="838200" y="2563812"/>
            <a:chExt cx="3638248" cy="1983619"/>
          </a:xfrm>
          <a:solidFill>
            <a:srgbClr val="BAA0CD"/>
          </a:solidFill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CC1766AE-FE15-630F-69A6-B7F297E6D016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: Diagonal Corners Rounded 51">
              <a:extLst>
                <a:ext uri="{FF2B5EF4-FFF2-40B4-BE49-F238E27FC236}">
                  <a16:creationId xmlns:a16="http://schemas.microsoft.com/office/drawing/2014/main" id="{A735DB9A-DF87-3487-97C0-65874C8DF543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4858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7DE8B197-24C3-2BF7-C429-5EA6CA28D9FC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5262714" y="5350661"/>
            <a:ext cx="1923958" cy="1330879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5A66701-DDD2-0EE2-0788-B29B124DF324}"/>
              </a:ext>
            </a:extLst>
          </p:cNvPr>
          <p:cNvGrpSpPr/>
          <p:nvPr userDrawn="1"/>
        </p:nvGrpSpPr>
        <p:grpSpPr>
          <a:xfrm>
            <a:off x="7530656" y="1549152"/>
            <a:ext cx="2051311" cy="1118401"/>
            <a:chOff x="838200" y="2563812"/>
            <a:chExt cx="3638248" cy="1983619"/>
          </a:xfrm>
          <a:solidFill>
            <a:srgbClr val="BAA0CD"/>
          </a:solidFill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817E4060-9352-E6AB-8EFF-7C3BF07579EE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: Diagonal Corners Rounded 55">
              <a:extLst>
                <a:ext uri="{FF2B5EF4-FFF2-40B4-BE49-F238E27FC236}">
                  <a16:creationId xmlns:a16="http://schemas.microsoft.com/office/drawing/2014/main" id="{CD06E93E-BF02-A889-7C66-A1343E606341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4858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72FA98E3-DDB4-AC0E-1E11-5725463D8392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7594332" y="2853069"/>
            <a:ext cx="1923958" cy="85369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58" name="Text Placeholder 28">
            <a:extLst>
              <a:ext uri="{FF2B5EF4-FFF2-40B4-BE49-F238E27FC236}">
                <a16:creationId xmlns:a16="http://schemas.microsoft.com/office/drawing/2014/main" id="{D63D1D6D-F212-6CBF-D790-8EB54A55B63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94332" y="1478191"/>
            <a:ext cx="419551" cy="334293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4</a:t>
            </a:r>
          </a:p>
        </p:txBody>
      </p:sp>
      <p:sp>
        <p:nvSpPr>
          <p:cNvPr id="59" name="Text Placeholder 43">
            <a:extLst>
              <a:ext uri="{FF2B5EF4-FFF2-40B4-BE49-F238E27FC236}">
                <a16:creationId xmlns:a16="http://schemas.microsoft.com/office/drawing/2014/main" id="{A6271A11-FEBB-4B62-28E4-FA018198C3F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18006" y="2056139"/>
            <a:ext cx="1876610" cy="43407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3B7A6FC-8C76-7399-679D-857BFE084945}"/>
              </a:ext>
            </a:extLst>
          </p:cNvPr>
          <p:cNvGrpSpPr/>
          <p:nvPr userDrawn="1"/>
        </p:nvGrpSpPr>
        <p:grpSpPr>
          <a:xfrm>
            <a:off x="7554330" y="4046744"/>
            <a:ext cx="2051311" cy="1118401"/>
            <a:chOff x="838200" y="2563812"/>
            <a:chExt cx="3638248" cy="1983619"/>
          </a:xfrm>
          <a:solidFill>
            <a:srgbClr val="BAA0CD"/>
          </a:solidFill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583E17CC-DC70-F3C8-8E86-E8EB3A5BA725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ctangle: Diagonal Corners Rounded 61">
              <a:extLst>
                <a:ext uri="{FF2B5EF4-FFF2-40B4-BE49-F238E27FC236}">
                  <a16:creationId xmlns:a16="http://schemas.microsoft.com/office/drawing/2014/main" id="{609523B6-017E-9BF7-E609-2F013F4DF51F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4858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B91D2D31-D4A6-DD54-AEEC-71BA5C9B4943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7618006" y="5350661"/>
            <a:ext cx="1923958" cy="1330879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1A5F310-600D-EF16-8CEA-B9543381B4E7}"/>
              </a:ext>
            </a:extLst>
          </p:cNvPr>
          <p:cNvGrpSpPr/>
          <p:nvPr userDrawn="1"/>
        </p:nvGrpSpPr>
        <p:grpSpPr>
          <a:xfrm>
            <a:off x="9949624" y="1549152"/>
            <a:ext cx="2051311" cy="1118401"/>
            <a:chOff x="838200" y="2563812"/>
            <a:chExt cx="3638248" cy="1983619"/>
          </a:xfrm>
          <a:solidFill>
            <a:srgbClr val="BAA0CD"/>
          </a:solidFill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D97FB825-1059-448E-DAC8-AADD9B326D1F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Rectangle: Diagonal Corners Rounded 65">
              <a:extLst>
                <a:ext uri="{FF2B5EF4-FFF2-40B4-BE49-F238E27FC236}">
                  <a16:creationId xmlns:a16="http://schemas.microsoft.com/office/drawing/2014/main" id="{78A54223-FE74-4F10-A8ED-F7BE2B31137C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4858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7DAF8B9D-A2F7-36E6-F879-13595BC37DDC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10013300" y="2853069"/>
            <a:ext cx="1923958" cy="85369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68" name="Text Placeholder 28">
            <a:extLst>
              <a:ext uri="{FF2B5EF4-FFF2-40B4-BE49-F238E27FC236}">
                <a16:creationId xmlns:a16="http://schemas.microsoft.com/office/drawing/2014/main" id="{39BAA106-374B-BB61-8335-F927525709B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013300" y="1478191"/>
            <a:ext cx="419551" cy="334293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5</a:t>
            </a:r>
          </a:p>
        </p:txBody>
      </p:sp>
      <p:sp>
        <p:nvSpPr>
          <p:cNvPr id="69" name="Text Placeholder 43">
            <a:extLst>
              <a:ext uri="{FF2B5EF4-FFF2-40B4-BE49-F238E27FC236}">
                <a16:creationId xmlns:a16="http://schemas.microsoft.com/office/drawing/2014/main" id="{AFEC0E42-C318-F4A8-A1A2-B7600ED425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036974" y="2056139"/>
            <a:ext cx="1876610" cy="43407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01213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FF09E83-D114-2ECD-4E99-79FEEA17A71D}"/>
              </a:ext>
            </a:extLst>
          </p:cNvPr>
          <p:cNvGrpSpPr/>
          <p:nvPr userDrawn="1"/>
        </p:nvGrpSpPr>
        <p:grpSpPr>
          <a:xfrm>
            <a:off x="9973298" y="4046744"/>
            <a:ext cx="2051311" cy="1118401"/>
            <a:chOff x="838200" y="2563812"/>
            <a:chExt cx="3638248" cy="1983619"/>
          </a:xfrm>
          <a:solidFill>
            <a:srgbClr val="BAA0CD"/>
          </a:solidFill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09E12773-A5EE-6275-4339-1DE4BE1B7759}"/>
                </a:ext>
              </a:extLst>
            </p:cNvPr>
            <p:cNvSpPr/>
            <p:nvPr userDrawn="1"/>
          </p:nvSpPr>
          <p:spPr>
            <a:xfrm>
              <a:off x="838200" y="2563812"/>
              <a:ext cx="3638248" cy="19836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Rectangle: Diagonal Corners Rounded 71">
              <a:extLst>
                <a:ext uri="{FF2B5EF4-FFF2-40B4-BE49-F238E27FC236}">
                  <a16:creationId xmlns:a16="http://schemas.microsoft.com/office/drawing/2014/main" id="{7A16A459-DB89-71BE-6A0C-140639EA71E9}"/>
                </a:ext>
              </a:extLst>
            </p:cNvPr>
            <p:cNvSpPr/>
            <p:nvPr userDrawn="1"/>
          </p:nvSpPr>
          <p:spPr>
            <a:xfrm>
              <a:off x="838200" y="2563812"/>
              <a:ext cx="1003230" cy="726259"/>
            </a:xfrm>
            <a:prstGeom prst="round2DiagRect">
              <a:avLst>
                <a:gd name="adj1" fmla="val 46856"/>
                <a:gd name="adj2" fmla="val 0"/>
              </a:avLst>
            </a:prstGeom>
            <a:solidFill>
              <a:srgbClr val="4858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83AB8645-E456-5F4C-0AF8-7640B4FDED4F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10036974" y="5350661"/>
            <a:ext cx="1923958" cy="1330879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3pPr marL="914400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33621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ingl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9639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F92EEBD-C977-C074-275A-908331E6A000}"/>
              </a:ext>
            </a:extLst>
          </p:cNvPr>
          <p:cNvSpPr/>
          <p:nvPr userDrawn="1"/>
        </p:nvSpPr>
        <p:spPr>
          <a:xfrm rot="1954863">
            <a:off x="9255579" y="833095"/>
            <a:ext cx="5872843" cy="5872843"/>
          </a:xfrm>
          <a:prstGeom prst="ellipse">
            <a:avLst/>
          </a:prstGeom>
          <a:gradFill flip="none" rotWithShape="1">
            <a:gsLst>
              <a:gs pos="65000">
                <a:srgbClr val="EED6BD"/>
              </a:gs>
              <a:gs pos="27000">
                <a:srgbClr val="D4BFDD"/>
              </a:gs>
              <a:gs pos="19000">
                <a:srgbClr val="C2A4CF"/>
              </a:gs>
              <a:gs pos="48000">
                <a:srgbClr val="E3D3E0"/>
              </a:gs>
              <a:gs pos="38000">
                <a:srgbClr val="E1D2E7"/>
              </a:gs>
              <a:gs pos="80000">
                <a:srgbClr val="FDD57D"/>
              </a:gs>
              <a:gs pos="75000">
                <a:srgbClr val="FDDA8B"/>
              </a:gs>
              <a:gs pos="86000">
                <a:srgbClr val="FDB515"/>
              </a:gs>
              <a:gs pos="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A group of windmills in the dark&#10;&#10;Description automatically generated">
            <a:extLst>
              <a:ext uri="{FF2B5EF4-FFF2-40B4-BE49-F238E27FC236}">
                <a16:creationId xmlns:a16="http://schemas.microsoft.com/office/drawing/2014/main" id="{4C05F9DD-1F14-86D6-8D6F-323703534E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718" y="681036"/>
            <a:ext cx="5011282" cy="6176963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2CBAE8C1-647C-482F-6468-E1DFFA7F0C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344188"/>
            <a:ext cx="9723539" cy="893928"/>
          </a:xfrm>
          <a:solidFill>
            <a:schemeClr val="bg1"/>
          </a:solidFill>
          <a:ln>
            <a:noFill/>
          </a:ln>
          <a:effectLst>
            <a:outerShdw dist="50800" dir="10800000" algn="r" rotWithShape="0">
              <a:srgbClr val="EE7219"/>
            </a:outerShdw>
          </a:effectLst>
        </p:spPr>
        <p:txBody>
          <a:bodyPr lIns="144000" anchor="ctr" anchorCtr="0">
            <a:normAutofit/>
          </a:bodyPr>
          <a:lstStyle>
            <a:lvl1pPr marL="0" indent="0">
              <a:buNone/>
              <a:defRPr sz="44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29474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ubble lower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5712-45AA-4102-5672-E1042000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2444DB-0090-A1C6-1F99-A1F0C6A8D88B}"/>
              </a:ext>
            </a:extLst>
          </p:cNvPr>
          <p:cNvSpPr/>
          <p:nvPr userDrawn="1"/>
        </p:nvSpPr>
        <p:spPr>
          <a:xfrm rot="18970108">
            <a:off x="6707590" y="4197902"/>
            <a:ext cx="5872843" cy="5872843"/>
          </a:xfrm>
          <a:prstGeom prst="ellipse">
            <a:avLst/>
          </a:prstGeom>
          <a:gradFill flip="none" rotWithShape="1">
            <a:gsLst>
              <a:gs pos="65000">
                <a:srgbClr val="EED6BD"/>
              </a:gs>
              <a:gs pos="27000">
                <a:srgbClr val="D4BFDD"/>
              </a:gs>
              <a:gs pos="19000">
                <a:srgbClr val="C2A4CF"/>
              </a:gs>
              <a:gs pos="48000">
                <a:srgbClr val="E3D3E0"/>
              </a:gs>
              <a:gs pos="38000">
                <a:srgbClr val="E1D2E7"/>
              </a:gs>
              <a:gs pos="80000">
                <a:srgbClr val="FDD57D"/>
              </a:gs>
              <a:gs pos="75000">
                <a:srgbClr val="FDDA8B"/>
              </a:gs>
              <a:gs pos="86000">
                <a:srgbClr val="FDB515"/>
              </a:gs>
              <a:gs pos="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B112E8-C1F6-B350-D3B8-05EBFF5B8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457200"/>
            <a:ext cx="10515600" cy="893928"/>
          </a:xfrm>
          <a:solidFill>
            <a:schemeClr val="bg1"/>
          </a:solidFill>
          <a:ln>
            <a:noFill/>
          </a:ln>
          <a:effectLst>
            <a:outerShdw dist="50800" dir="10800000" algn="r" rotWithShape="0">
              <a:srgbClr val="EE7219"/>
            </a:outerShdw>
          </a:effectLst>
        </p:spPr>
        <p:txBody>
          <a:bodyPr lIns="144000" anchor="ctr" anchorCtr="0">
            <a:normAutofit/>
          </a:bodyPr>
          <a:lstStyle>
            <a:lvl1pPr marL="0" indent="0">
              <a:buNone/>
              <a:defRPr sz="44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69205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BB1D90-5B8C-2163-1BB2-973CD9B1625A}"/>
              </a:ext>
            </a:extLst>
          </p:cNvPr>
          <p:cNvSpPr/>
          <p:nvPr userDrawn="1"/>
        </p:nvSpPr>
        <p:spPr>
          <a:xfrm>
            <a:off x="773723" y="3705261"/>
            <a:ext cx="58127" cy="137697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1E5F82-40A4-B951-95DE-95121FA09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850" y="3705261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rgbClr val="01213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326EEEA-2D20-756B-FF5A-F07115714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4508996"/>
            <a:ext cx="4886476" cy="573238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121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4542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light">
    <p:bg>
      <p:bgPr>
        <a:gradFill>
          <a:gsLst>
            <a:gs pos="100000">
              <a:srgbClr val="017C8B"/>
            </a:gs>
            <a:gs pos="91000">
              <a:srgbClr val="016578"/>
            </a:gs>
            <a:gs pos="82000">
              <a:srgbClr val="014A5F"/>
            </a:gs>
            <a:gs pos="73000">
              <a:srgbClr val="013147"/>
            </a:gs>
            <a:gs pos="49000">
              <a:srgbClr val="01213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BB1D90-5B8C-2163-1BB2-973CD9B1625A}"/>
              </a:ext>
            </a:extLst>
          </p:cNvPr>
          <p:cNvSpPr/>
          <p:nvPr userDrawn="1"/>
        </p:nvSpPr>
        <p:spPr>
          <a:xfrm>
            <a:off x="786131" y="3705261"/>
            <a:ext cx="45719" cy="1376972"/>
          </a:xfrm>
          <a:prstGeom prst="rect">
            <a:avLst/>
          </a:prstGeom>
          <a:solidFill>
            <a:srgbClr val="BAA0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1E5F82-40A4-B951-95DE-95121FA09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850" y="3705261"/>
            <a:ext cx="9705219" cy="713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326EEEA-2D20-756B-FF5A-F07115714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4508996"/>
            <a:ext cx="4886476" cy="57323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135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2F44D-4B75-1A35-205D-C2AFE3603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C9126-2BDA-A7E1-4DCA-8CA7F4512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19622-B2C6-C61C-5FB8-09A208BFD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BC6D8-5ED9-483D-AB71-B7F8CB183D0B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4EFA2-F6CB-C7CA-CE55-1E7D7D758A4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 u="none">
                <a:solidFill>
                  <a:srgbClr val="000000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/>
              <a:t>       
  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672A6-828D-4D09-7230-94E21518B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94362-C776-4738-B273-FD6EBB3309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72447-60F7-EB76-EF41-30934D45A62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6412" y="66421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BFFB9F5-DA65-5040-1440-3157E481B51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 rot="5400000">
            <a:off x="10779977" y="1585663"/>
            <a:ext cx="5079806" cy="1908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2CE46E-BC46-5678-A6FE-8DDC4E0A94D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6412" y="635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72571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705" r:id="rId4"/>
    <p:sldLayoutId id="2147483703" r:id="rId5"/>
    <p:sldLayoutId id="2147483704" r:id="rId6"/>
    <p:sldLayoutId id="2147483706" r:id="rId7"/>
    <p:sldLayoutId id="2147483712" r:id="rId8"/>
    <p:sldLayoutId id="2147483714" r:id="rId9"/>
    <p:sldLayoutId id="2147483707" r:id="rId10"/>
    <p:sldLayoutId id="2147483710" r:id="rId11"/>
    <p:sldLayoutId id="2147483711" r:id="rId12"/>
    <p:sldLayoutId id="2147483708" r:id="rId13"/>
    <p:sldLayoutId id="2147483715" r:id="rId14"/>
    <p:sldLayoutId id="2147483717" r:id="rId1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12138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121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1213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121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21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21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2F44D-4B75-1A35-205D-C2AFE3603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C9126-2BDA-A7E1-4DCA-8CA7F4512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19622-B2C6-C61C-5FB8-09A208BFD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BC6D8-5ED9-483D-AB71-B7F8CB183D0B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4EFA2-F6CB-C7CA-CE55-1E7D7D758A4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 u="none">
                <a:solidFill>
                  <a:srgbClr val="000000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/>
              <a:t>Internal Only       
  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672A6-828D-4D09-7230-94E21518B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94362-C776-4738-B273-FD6EBB3309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72447-60F7-EB76-EF41-30934D45A62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6412" y="66421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BFFB9F5-DA65-5040-1440-3157E481B51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 rot="5400000">
            <a:off x="10779977" y="1585663"/>
            <a:ext cx="5079806" cy="1908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7FD5A8-7747-4A03-FBDA-900F47949D0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6412" y="635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833687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12138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121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1213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121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21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21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2F44D-4B75-1A35-205D-C2AFE3603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C9126-2BDA-A7E1-4DCA-8CA7F4512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19622-B2C6-C61C-5FB8-09A208BFD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BC6D8-5ED9-483D-AB71-B7F8CB183D0B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4EFA2-F6CB-C7CA-CE55-1E7D7D758A4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 u="none">
                <a:solidFill>
                  <a:srgbClr val="000000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/>
              <a:t>       
  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672A6-828D-4D09-7230-94E21518B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94362-C776-4738-B273-FD6EBB3309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72447-60F7-EB76-EF41-30934D45A62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6412" y="66421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BFFB9F5-DA65-5040-1440-3157E481B51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 rot="5400000">
            <a:off x="10779977" y="1585663"/>
            <a:ext cx="5079806" cy="1908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766EC8-4DC0-47BB-8DF0-F0ECA3046B8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6412" y="635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787671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12138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121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1213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121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21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21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image" Target="../media/image8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jpeg"/><Relationship Id="rId12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6.jpeg"/><Relationship Id="rId11" Type="http://schemas.openxmlformats.org/officeDocument/2006/relationships/diagramColors" Target="../diagrams/colors1.xml"/><Relationship Id="rId5" Type="http://schemas.openxmlformats.org/officeDocument/2006/relationships/image" Target="../media/image4.jpeg"/><Relationship Id="rId10" Type="http://schemas.openxmlformats.org/officeDocument/2006/relationships/diagramQuickStyle" Target="../diagrams/quickStyle1.xml"/><Relationship Id="rId4" Type="http://schemas.microsoft.com/office/2018/10/relationships/comments" Target="../comments/modernComment_10C_BD8D4DAC.xml"/><Relationship Id="rId9" Type="http://schemas.openxmlformats.org/officeDocument/2006/relationships/diagramLayout" Target="../diagrams/layout1.xml"/><Relationship Id="rId1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s://www.rawpixel.com/search/universe" TargetMode="External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4.xml"/><Relationship Id="rId4" Type="http://schemas.openxmlformats.org/officeDocument/2006/relationships/hyperlink" Target="mailto:stuart.okin@ofgem.gov.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E58DD6-BB91-FE80-94C3-A1BD935C3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680" y="5419188"/>
            <a:ext cx="11133938" cy="713543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Verdana" pitchFamily="34" charset="0"/>
                <a:cs typeface="Verdana" pitchFamily="34" charset="0"/>
              </a:rPr>
              <a:t>Towards a Secure, Sustainable Energy Future: </a:t>
            </a:r>
            <a:b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Verdana" pitchFamily="34" charset="0"/>
                <a:cs typeface="Verdana" pitchFamily="34" charset="0"/>
              </a:rPr>
            </a:br>
            <a:r>
              <a:rPr kumimoji="0" lang="en-GB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Verdana" pitchFamily="34" charset="0"/>
                <a:cs typeface="Verdana" pitchFamily="34" charset="0"/>
              </a:rPr>
              <a:t>The Role of Cyber security and Emerging Technologies</a:t>
            </a:r>
            <a:endParaRPr lang="en-GB" sz="2800" i="1" dirty="0">
              <a:solidFill>
                <a:schemeClr val="tx1"/>
              </a:solidFill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5F8B5826-7986-F8C4-7B5A-A4853150630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8414" y="6264300"/>
            <a:ext cx="6629400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400" b="1" i="1" dirty="0">
                <a:solidFill>
                  <a:schemeClr val="tx1"/>
                </a:solidFill>
                <a:ea typeface="Verdana"/>
                <a:cs typeface="Verdana" pitchFamily="34" charset="0"/>
              </a:rPr>
              <a:t>Stuart Okin, Director of Cyber Regulation and Emerging Technologies</a:t>
            </a:r>
            <a:endParaRPr kumimoji="0" lang="en-GB" sz="14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Verdana"/>
              <a:cs typeface="Verdana" pitchFamily="34" charset="0"/>
            </a:endParaRPr>
          </a:p>
        </p:txBody>
      </p:sp>
      <p:sp>
        <p:nvSpPr>
          <p:cNvPr id="16" name="BJPseudoFooter">
            <a:extLst>
              <a:ext uri="{FF2B5EF4-FFF2-40B4-BE49-F238E27FC236}">
                <a16:creationId xmlns:a16="http://schemas.microsoft.com/office/drawing/2014/main" id="{162BEFAC-24F2-53FB-83DA-34072CE38FA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863404" y="6488668"/>
            <a:ext cx="465192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GB" sz="900">
                <a:solidFill>
                  <a:srgbClr val="000000"/>
                </a:solidFill>
                <a:latin typeface="Verdana" panose="020B0604030504040204" pitchFamily="34" charset="0"/>
              </a:rPr>
              <a:t>       
  </a:t>
            </a:r>
          </a:p>
        </p:txBody>
      </p:sp>
    </p:spTree>
    <p:extLst>
      <p:ext uri="{BB962C8B-B14F-4D97-AF65-F5344CB8AC3E}">
        <p14:creationId xmlns:p14="http://schemas.microsoft.com/office/powerpoint/2010/main" val="1542367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Oval 101">
            <a:extLst>
              <a:ext uri="{FF2B5EF4-FFF2-40B4-BE49-F238E27FC236}">
                <a16:creationId xmlns:a16="http://schemas.microsoft.com/office/drawing/2014/main" id="{602E2212-F6F1-56B5-D9DD-41685764A207}"/>
              </a:ext>
            </a:extLst>
          </p:cNvPr>
          <p:cNvSpPr/>
          <p:nvPr/>
        </p:nvSpPr>
        <p:spPr>
          <a:xfrm>
            <a:off x="-438712" y="2652396"/>
            <a:ext cx="1713757" cy="171375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8479EA9F-54BA-B496-0EF9-322961E26E48}"/>
              </a:ext>
            </a:extLst>
          </p:cNvPr>
          <p:cNvSpPr/>
          <p:nvPr/>
        </p:nvSpPr>
        <p:spPr>
          <a:xfrm>
            <a:off x="9964370" y="5667188"/>
            <a:ext cx="2639899" cy="2639899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D319763-F4BD-5E28-5A80-02C9A0B9B0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8736" y="107005"/>
            <a:ext cx="1519887" cy="81539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8DCC5509-78AF-62CA-BB3C-9F8397765914}"/>
              </a:ext>
            </a:extLst>
          </p:cNvPr>
          <p:cNvSpPr txBox="1">
            <a:spLocks/>
          </p:cNvSpPr>
          <p:nvPr/>
        </p:nvSpPr>
        <p:spPr>
          <a:xfrm>
            <a:off x="210930" y="658814"/>
            <a:ext cx="8572533" cy="2880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 b="1">
                <a:solidFill>
                  <a:srgbClr val="012138"/>
                </a:solidFill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rgbClr val="F47929"/>
                </a:solidFill>
              </a:rPr>
              <a:t>O</a:t>
            </a:r>
            <a:r>
              <a:rPr lang="en-GB" sz="3200" dirty="0">
                <a:solidFill>
                  <a:srgbClr val="F47929"/>
                </a:solidFill>
              </a:rPr>
              <a:t>f</a:t>
            </a:r>
            <a:r>
              <a:rPr lang="en-GB" sz="2800" dirty="0"/>
              <a:t>fice of </a:t>
            </a:r>
            <a:r>
              <a:rPr lang="en-GB" sz="3600" dirty="0">
                <a:solidFill>
                  <a:srgbClr val="F47929"/>
                </a:solidFill>
              </a:rPr>
              <a:t>G</a:t>
            </a:r>
            <a:r>
              <a:rPr lang="en-GB" sz="2800" dirty="0"/>
              <a:t>as and </a:t>
            </a:r>
            <a:r>
              <a:rPr lang="en-GB" sz="3600" dirty="0">
                <a:solidFill>
                  <a:srgbClr val="F47929"/>
                </a:solidFill>
              </a:rPr>
              <a:t>E</a:t>
            </a:r>
            <a:r>
              <a:rPr lang="en-GB" sz="2800" dirty="0"/>
              <a:t>lectricity </a:t>
            </a:r>
            <a:r>
              <a:rPr lang="en-GB" sz="3600" dirty="0">
                <a:solidFill>
                  <a:srgbClr val="F47929"/>
                </a:solidFill>
              </a:rPr>
              <a:t>M</a:t>
            </a:r>
            <a:r>
              <a:rPr lang="en-GB" sz="2800" dirty="0"/>
              <a:t>arkets</a:t>
            </a:r>
          </a:p>
          <a:p>
            <a:r>
              <a:rPr lang="en-GB" sz="1800" b="0" i="1" dirty="0"/>
              <a:t>Great Britain’s energy regulator (gas and electricity)</a:t>
            </a:r>
            <a:endParaRPr lang="en-GB" sz="2800" i="1" dirty="0"/>
          </a:p>
        </p:txBody>
      </p:sp>
      <p:sp>
        <p:nvSpPr>
          <p:cNvPr id="26" name="BJPseudoFooter">
            <a:extLst>
              <a:ext uri="{FF2B5EF4-FFF2-40B4-BE49-F238E27FC236}">
                <a16:creationId xmlns:a16="http://schemas.microsoft.com/office/drawing/2014/main" id="{94AC9A1A-CDD3-2E87-3D2E-ED55F2FF2E3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863404" y="6488668"/>
            <a:ext cx="465192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GB" sz="900">
                <a:solidFill>
                  <a:srgbClr val="000000"/>
                </a:solidFill>
                <a:latin typeface="Verdana" panose="020B0604030504040204" pitchFamily="34" charset="0"/>
              </a:rPr>
              <a:t>       
  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E7DB0A3-D688-742E-4701-83D9F603905E}"/>
              </a:ext>
            </a:extLst>
          </p:cNvPr>
          <p:cNvGrpSpPr/>
          <p:nvPr/>
        </p:nvGrpSpPr>
        <p:grpSpPr>
          <a:xfrm>
            <a:off x="5740537" y="1255344"/>
            <a:ext cx="6278280" cy="2808889"/>
            <a:chOff x="5740537" y="1255344"/>
            <a:chExt cx="6278280" cy="2808889"/>
          </a:xfrm>
        </p:grpSpPr>
        <p:sp>
          <p:nvSpPr>
            <p:cNvPr id="10" name="Rectangle: Rounded Corners 9" descr="Illuminated server room panel">
              <a:extLst>
                <a:ext uri="{FF2B5EF4-FFF2-40B4-BE49-F238E27FC236}">
                  <a16:creationId xmlns:a16="http://schemas.microsoft.com/office/drawing/2014/main" id="{B78F7167-676D-3F5B-68B9-B2BE24FD1048}"/>
                </a:ext>
              </a:extLst>
            </p:cNvPr>
            <p:cNvSpPr/>
            <p:nvPr/>
          </p:nvSpPr>
          <p:spPr>
            <a:xfrm>
              <a:off x="5740537" y="1273985"/>
              <a:ext cx="2552110" cy="2790247"/>
            </a:xfrm>
            <a:prstGeom prst="roundRect">
              <a:avLst>
                <a:gd name="adj" fmla="val 10000"/>
              </a:avLst>
            </a:prstGeom>
            <a:blipFill>
              <a:blip r:embed="rId6"/>
              <a:srcRect/>
              <a:stretch>
                <a:fillRect l="-25000" r="-25000"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3">
              <a:schemeClr val="accent4">
                <a:tint val="50000"/>
                <a:hueOff val="33276"/>
                <a:satOff val="-1943"/>
                <a:lumOff val="14437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298F8A-B1D6-9AB5-C036-617C6C2279D0}"/>
                </a:ext>
              </a:extLst>
            </p:cNvPr>
            <p:cNvSpPr/>
            <p:nvPr/>
          </p:nvSpPr>
          <p:spPr>
            <a:xfrm>
              <a:off x="7898555" y="1255344"/>
              <a:ext cx="4120262" cy="2808889"/>
            </a:xfrm>
            <a:custGeom>
              <a:avLst/>
              <a:gdLst>
                <a:gd name="csX0" fmla="*/ 0 w 2993310"/>
                <a:gd name="csY0" fmla="*/ 299331 h 2993310"/>
                <a:gd name="csX1" fmla="*/ 299331 w 2993310"/>
                <a:gd name="csY1" fmla="*/ 0 h 2993310"/>
                <a:gd name="csX2" fmla="*/ 2693979 w 2993310"/>
                <a:gd name="csY2" fmla="*/ 0 h 2993310"/>
                <a:gd name="csX3" fmla="*/ 2993310 w 2993310"/>
                <a:gd name="csY3" fmla="*/ 299331 h 2993310"/>
                <a:gd name="csX4" fmla="*/ 2993310 w 2993310"/>
                <a:gd name="csY4" fmla="*/ 2693979 h 2993310"/>
                <a:gd name="csX5" fmla="*/ 2693979 w 2993310"/>
                <a:gd name="csY5" fmla="*/ 2993310 h 2993310"/>
                <a:gd name="csX6" fmla="*/ 299331 w 2993310"/>
                <a:gd name="csY6" fmla="*/ 2993310 h 2993310"/>
                <a:gd name="csX7" fmla="*/ 0 w 2993310"/>
                <a:gd name="csY7" fmla="*/ 2693979 h 2993310"/>
                <a:gd name="csX8" fmla="*/ 0 w 2993310"/>
                <a:gd name="csY8" fmla="*/ 299331 h 2993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93310" h="2993310">
                  <a:moveTo>
                    <a:pt x="0" y="299331"/>
                  </a:moveTo>
                  <a:cubicBezTo>
                    <a:pt x="0" y="134015"/>
                    <a:pt x="134015" y="0"/>
                    <a:pt x="299331" y="0"/>
                  </a:cubicBezTo>
                  <a:lnTo>
                    <a:pt x="2693979" y="0"/>
                  </a:lnTo>
                  <a:cubicBezTo>
                    <a:pt x="2859295" y="0"/>
                    <a:pt x="2993310" y="134015"/>
                    <a:pt x="2993310" y="299331"/>
                  </a:cubicBezTo>
                  <a:lnTo>
                    <a:pt x="2993310" y="2693979"/>
                  </a:lnTo>
                  <a:cubicBezTo>
                    <a:pt x="2993310" y="2859295"/>
                    <a:pt x="2859295" y="2993310"/>
                    <a:pt x="2693979" y="2993310"/>
                  </a:cubicBezTo>
                  <a:lnTo>
                    <a:pt x="299331" y="2993310"/>
                  </a:lnTo>
                  <a:cubicBezTo>
                    <a:pt x="134015" y="2993310"/>
                    <a:pt x="0" y="2859295"/>
                    <a:pt x="0" y="2693979"/>
                  </a:cubicBezTo>
                  <a:lnTo>
                    <a:pt x="0" y="299331"/>
                  </a:lnTo>
                  <a:close/>
                </a:path>
              </a:pathLst>
            </a:custGeom>
            <a:gradFill rotWithShape="0">
              <a:gsLst>
                <a:gs pos="0">
                  <a:schemeClr val="accent4">
                    <a:hueOff val="0"/>
                    <a:satOff val="0"/>
                    <a:lumOff val="0"/>
                    <a:satMod val="103000"/>
                    <a:lumMod val="102000"/>
                    <a:tint val="94000"/>
                    <a:alpha val="73000"/>
                  </a:schemeClr>
                </a:gs>
                <a:gs pos="50000">
                  <a:schemeClr val="accent4">
                    <a:hueOff val="0"/>
                    <a:satOff val="0"/>
                    <a:lumOff val="0"/>
                    <a:satMod val="110000"/>
                    <a:lumMod val="100000"/>
                    <a:shade val="100000"/>
                    <a:alpha val="93000"/>
                  </a:schemeClr>
                </a:gs>
                <a:gs pos="100000">
                  <a:schemeClr val="accent4">
                    <a:hueOff val="0"/>
                    <a:satOff val="0"/>
                    <a:lumOff val="0"/>
                    <a:lumMod val="99000"/>
                    <a:satMod val="120000"/>
                    <a:shade val="78000"/>
                    <a:alpha val="80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4">
                <a:alpha val="90000"/>
                <a:hueOff val="0"/>
                <a:satOff val="0"/>
                <a:lumOff val="0"/>
                <a:alphaOff val="-4000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7681" tIns="167681" rIns="167681" bIns="167681" numCol="1" spcCol="1270" anchor="t" anchorCtr="0">
              <a:noAutofit/>
            </a:bodyPr>
            <a:lstStyle/>
            <a:p>
              <a:pPr marL="0" lvl="0" indent="0" algn="l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>
                  <a:srgbClr val="000000"/>
                </a:buClr>
                <a:buFont typeface="Arial"/>
                <a:buNone/>
              </a:pPr>
              <a:r>
                <a:rPr lang="en-GB" sz="2000" b="1" kern="1200" dirty="0">
                  <a:cs typeface="Arial"/>
                  <a:sym typeface="Arial"/>
                </a:rPr>
                <a:t>Investment </a:t>
              </a:r>
            </a:p>
            <a:p>
              <a:pPr marL="0" lvl="0" indent="0" algn="l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>
                  <a:srgbClr val="000000"/>
                </a:buClr>
                <a:buFont typeface="Arial"/>
                <a:buNone/>
              </a:pPr>
              <a:r>
                <a:rPr lang="en-GB" sz="1400" b="0" kern="1200" dirty="0"/>
                <a:t>As Great Britain digitalises and transforms energy systems, we need to ensure they are resilient against cyber risks and use AI innovatively and safely.</a:t>
              </a:r>
              <a:endParaRPr lang="en-GB" sz="2000" kern="1200" dirty="0"/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>
                  <a:schemeClr val="bg1"/>
                </a:buClr>
                <a:buSzTx/>
                <a:buFont typeface="Arial" panose="020B0604020202020204" pitchFamily="34" charset="0"/>
                <a:buChar char="•"/>
              </a:pPr>
              <a:r>
                <a:rPr kumimoji="0" lang="en-GB" sz="1400" b="0" i="0" u="none" strike="noStrike" kern="1200" cap="none" spc="0" normalizeH="0" baseline="0" noProof="0" dirty="0">
                  <a:ln/>
                  <a:effectLst/>
                  <a:uLnTx/>
                  <a:uFillTx/>
                  <a:cs typeface="Arial"/>
                  <a:sym typeface="Arial"/>
                </a:rPr>
                <a:t>RIIO2 (transmission) / ED2 (distribution) -We have allocated </a:t>
              </a:r>
              <a:r>
                <a:rPr kumimoji="0" lang="en-GB" sz="1400" b="1" i="0" u="none" strike="noStrike" kern="1200" cap="none" spc="0" normalizeH="0" baseline="0" noProof="0" dirty="0">
                  <a:ln/>
                  <a:solidFill>
                    <a:srgbClr val="FAB600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rPr>
                <a:t>£1.7b </a:t>
              </a:r>
              <a:r>
                <a:rPr kumimoji="0" lang="en-GB" sz="1400" b="0" i="0" u="none" strike="noStrike" kern="1200" cap="none" spc="0" normalizeH="0" baseline="0" noProof="0" dirty="0">
                  <a:ln/>
                  <a:effectLst/>
                  <a:uLnTx/>
                  <a:uFillTx/>
                  <a:cs typeface="Arial"/>
                  <a:sym typeface="Arial"/>
                </a:rPr>
                <a:t>for operations,</a:t>
              </a:r>
              <a:r>
                <a:rPr kumimoji="0" lang="en-GB" sz="1400" b="0" i="0" u="none" strike="noStrike" kern="1200" cap="none" spc="0" normalizeH="0" noProof="0" dirty="0">
                  <a:ln/>
                  <a:effectLst/>
                  <a:uLnTx/>
                  <a:uFillTx/>
                  <a:cs typeface="Arial"/>
                  <a:sym typeface="Arial"/>
                </a:rPr>
                <a:t> staffing and </a:t>
              </a:r>
              <a:r>
                <a:rPr kumimoji="0" lang="en-GB" sz="1400" b="0" i="0" u="none" strike="noStrike" kern="1200" cap="none" spc="0" normalizeH="0" baseline="0" noProof="0" dirty="0">
                  <a:ln/>
                  <a:effectLst/>
                  <a:uLnTx/>
                  <a:uFillTx/>
                  <a:cs typeface="Arial"/>
                  <a:sym typeface="Arial"/>
                </a:rPr>
                <a:t>Cyber, technology and</a:t>
              </a:r>
              <a:r>
                <a:rPr kumimoji="0" lang="en-GB" sz="1400" b="0" i="0" u="none" strike="noStrike" kern="1200" cap="none" spc="0" normalizeH="0" noProof="0" dirty="0">
                  <a:ln/>
                  <a:effectLst/>
                  <a:uLnTx/>
                  <a:uFillTx/>
                  <a:cs typeface="Arial"/>
                  <a:sym typeface="Arial"/>
                </a:rPr>
                <a:t> control room upgrades</a:t>
              </a:r>
              <a:endParaRPr lang="en-GB" sz="1400" b="0" kern="1200" dirty="0"/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GB" sz="1400" b="0" kern="1200" baseline="0" dirty="0">
                <a:cs typeface="Arial"/>
                <a:sym typeface="Arial"/>
              </a:endParaRPr>
            </a:p>
            <a:p>
              <a:pPr marL="171450" lvl="1" indent="-171450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GB" sz="1400" b="0" kern="1200" baseline="0" dirty="0">
                  <a:cs typeface="Arial"/>
                  <a:sym typeface="Arial"/>
                </a:rPr>
                <a:t>RIIO3</a:t>
              </a:r>
              <a:r>
                <a:rPr lang="en-GB" sz="1400" b="0" kern="1200" dirty="0">
                  <a:cs typeface="Arial"/>
                  <a:sym typeface="Arial"/>
                </a:rPr>
                <a:t> – </a:t>
              </a:r>
              <a:r>
                <a:rPr kumimoji="0" lang="en-GB" sz="1400" b="1" i="0" u="none" strike="noStrike" kern="1200" cap="none" spc="0" normalizeH="0" baseline="0" dirty="0">
                  <a:ln/>
                  <a:solidFill>
                    <a:srgbClr val="FAB600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rPr>
                <a:t>£1.2b </a:t>
              </a:r>
              <a:r>
                <a:rPr lang="en-GB" sz="1400" dirty="0">
                  <a:ln/>
                  <a:cs typeface="Arial"/>
                  <a:sym typeface="Arial"/>
                </a:rPr>
                <a:t>/ ED3 – To be determined</a:t>
              </a:r>
              <a:endParaRPr kumimoji="0" lang="en-GB" sz="1400" b="1" i="0" u="none" strike="noStrike" kern="1200" cap="none" spc="0" normalizeH="0" baseline="0" noProof="0" dirty="0">
                <a:ln/>
                <a:solidFill>
                  <a:srgbClr val="FAB600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1FB2C3-918B-A08F-2967-B639740FBB82}"/>
              </a:ext>
            </a:extLst>
          </p:cNvPr>
          <p:cNvSpPr/>
          <p:nvPr/>
        </p:nvSpPr>
        <p:spPr>
          <a:xfrm>
            <a:off x="94828" y="1076911"/>
            <a:ext cx="3059850" cy="1052759"/>
          </a:xfrm>
          <a:prstGeom prst="roundRect">
            <a:avLst>
              <a:gd name="adj" fmla="val 10338"/>
            </a:avLst>
          </a:prstGeom>
          <a:solidFill>
            <a:srgbClr val="003E4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8775" indent="-342900">
              <a:buFont typeface="+mj-lt"/>
              <a:buAutoNum type="arabicPeriod"/>
            </a:pPr>
            <a:r>
              <a:rPr lang="en-GB" b="1" dirty="0"/>
              <a:t>Consumer protection</a:t>
            </a:r>
          </a:p>
          <a:p>
            <a:pPr marL="358775" indent="-342900">
              <a:buFont typeface="+mj-lt"/>
              <a:buAutoNum type="arabicPeriod"/>
            </a:pPr>
            <a:r>
              <a:rPr lang="en-GB" b="1" dirty="0"/>
              <a:t>Net zero transition</a:t>
            </a:r>
          </a:p>
          <a:p>
            <a:pPr marL="358775" indent="-342900">
              <a:buFont typeface="+mj-lt"/>
              <a:buAutoNum type="arabicPeriod"/>
            </a:pPr>
            <a:r>
              <a:rPr lang="en-GB" b="1" dirty="0"/>
              <a:t>Economic growth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108A3C-340D-F0F8-0804-B0ADCDB26DC5}"/>
              </a:ext>
            </a:extLst>
          </p:cNvPr>
          <p:cNvGrpSpPr/>
          <p:nvPr/>
        </p:nvGrpSpPr>
        <p:grpSpPr>
          <a:xfrm>
            <a:off x="383244" y="3845825"/>
            <a:ext cx="5476710" cy="2768097"/>
            <a:chOff x="152956" y="3845825"/>
            <a:chExt cx="5476710" cy="2768097"/>
          </a:xfrm>
        </p:grpSpPr>
        <p:sp>
          <p:nvSpPr>
            <p:cNvPr id="7" name="Rectangle: Rounded Corners 6" descr="Safety professional in front of power plant">
              <a:extLst>
                <a:ext uri="{FF2B5EF4-FFF2-40B4-BE49-F238E27FC236}">
                  <a16:creationId xmlns:a16="http://schemas.microsoft.com/office/drawing/2014/main" id="{BE933C29-1507-FA28-BD4F-EA952642902C}"/>
                </a:ext>
              </a:extLst>
            </p:cNvPr>
            <p:cNvSpPr/>
            <p:nvPr/>
          </p:nvSpPr>
          <p:spPr>
            <a:xfrm>
              <a:off x="152956" y="3848762"/>
              <a:ext cx="2695978" cy="2765160"/>
            </a:xfrm>
            <a:prstGeom prst="roundRect">
              <a:avLst>
                <a:gd name="adj" fmla="val 10000"/>
              </a:avLst>
            </a:prstGeom>
            <a:blipFill dpi="0" rotWithShape="1">
              <a:blip r:embed="rId7"/>
              <a:srcRect/>
              <a:stretch>
                <a:fillRect l="-45517" t="-13637" r="-28347" b="-2272"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3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38657E-6C3B-77B6-9911-EEE8AF406364}"/>
                </a:ext>
              </a:extLst>
            </p:cNvPr>
            <p:cNvSpPr/>
            <p:nvPr/>
          </p:nvSpPr>
          <p:spPr>
            <a:xfrm>
              <a:off x="2636356" y="3845825"/>
              <a:ext cx="2993310" cy="2768097"/>
            </a:xfrm>
            <a:custGeom>
              <a:avLst/>
              <a:gdLst>
                <a:gd name="csX0" fmla="*/ 0 w 2993310"/>
                <a:gd name="csY0" fmla="*/ 299331 h 2993310"/>
                <a:gd name="csX1" fmla="*/ 299331 w 2993310"/>
                <a:gd name="csY1" fmla="*/ 0 h 2993310"/>
                <a:gd name="csX2" fmla="*/ 2693979 w 2993310"/>
                <a:gd name="csY2" fmla="*/ 0 h 2993310"/>
                <a:gd name="csX3" fmla="*/ 2993310 w 2993310"/>
                <a:gd name="csY3" fmla="*/ 299331 h 2993310"/>
                <a:gd name="csX4" fmla="*/ 2993310 w 2993310"/>
                <a:gd name="csY4" fmla="*/ 2693979 h 2993310"/>
                <a:gd name="csX5" fmla="*/ 2693979 w 2993310"/>
                <a:gd name="csY5" fmla="*/ 2993310 h 2993310"/>
                <a:gd name="csX6" fmla="*/ 299331 w 2993310"/>
                <a:gd name="csY6" fmla="*/ 2993310 h 2993310"/>
                <a:gd name="csX7" fmla="*/ 0 w 2993310"/>
                <a:gd name="csY7" fmla="*/ 2693979 h 2993310"/>
                <a:gd name="csX8" fmla="*/ 0 w 2993310"/>
                <a:gd name="csY8" fmla="*/ 299331 h 2993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93310" h="2993310">
                  <a:moveTo>
                    <a:pt x="0" y="299331"/>
                  </a:moveTo>
                  <a:cubicBezTo>
                    <a:pt x="0" y="134015"/>
                    <a:pt x="134015" y="0"/>
                    <a:pt x="299331" y="0"/>
                  </a:cubicBezTo>
                  <a:lnTo>
                    <a:pt x="2693979" y="0"/>
                  </a:lnTo>
                  <a:cubicBezTo>
                    <a:pt x="2859295" y="0"/>
                    <a:pt x="2993310" y="134015"/>
                    <a:pt x="2993310" y="299331"/>
                  </a:cubicBezTo>
                  <a:lnTo>
                    <a:pt x="2993310" y="2693979"/>
                  </a:lnTo>
                  <a:cubicBezTo>
                    <a:pt x="2993310" y="2859295"/>
                    <a:pt x="2859295" y="2993310"/>
                    <a:pt x="2693979" y="2993310"/>
                  </a:cubicBezTo>
                  <a:lnTo>
                    <a:pt x="299331" y="2993310"/>
                  </a:lnTo>
                  <a:cubicBezTo>
                    <a:pt x="134015" y="2993310"/>
                    <a:pt x="0" y="2859295"/>
                    <a:pt x="0" y="2693979"/>
                  </a:cubicBezTo>
                  <a:lnTo>
                    <a:pt x="0" y="299331"/>
                  </a:lnTo>
                  <a:close/>
                </a:path>
              </a:pathLst>
            </a:custGeom>
            <a:gradFill rotWithShape="0">
              <a:gsLst>
                <a:gs pos="0">
                  <a:srgbClr val="3C7584">
                    <a:alpha val="89804"/>
                  </a:srgbClr>
                </a:gs>
                <a:gs pos="50000">
                  <a:srgbClr val="007386">
                    <a:alpha val="89804"/>
                  </a:srgbClr>
                </a:gs>
                <a:gs pos="100000">
                  <a:srgbClr val="005260">
                    <a:alpha val="89804"/>
                  </a:srgb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4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8631" tIns="148631" rIns="148631" bIns="148631" numCol="1" spcCol="1270" anchor="t" anchorCtr="0">
              <a:noAutofit/>
            </a:bodyPr>
            <a:lstStyle/>
            <a:p>
              <a:pPr marL="0" lvl="0" indent="0" algn="l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>
                  <a:srgbClr val="000000"/>
                </a:buClr>
                <a:buFont typeface="Arial"/>
                <a:buNone/>
              </a:pPr>
              <a:r>
                <a:rPr lang="en-GB" sz="2000" b="1" kern="1200" dirty="0">
                  <a:cs typeface="Arial"/>
                  <a:sym typeface="Arial"/>
                </a:rPr>
                <a:t>Set and enforce regulations &amp; license conditions</a:t>
              </a:r>
              <a:endParaRPr lang="en-GB" sz="2000" kern="1200" dirty="0"/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>
                  <a:schemeClr val="bg1"/>
                </a:buClr>
                <a:buSzTx/>
                <a:buFont typeface="Arial" panose="020B0604020202020204" pitchFamily="34" charset="0"/>
                <a:buChar char="•"/>
              </a:pPr>
              <a:r>
                <a:rPr kumimoji="0" lang="en-GB" sz="1400" b="1" i="0" u="none" strike="noStrike" kern="1200" cap="none" spc="0" normalizeH="0" baseline="0" noProof="0" dirty="0">
                  <a:ln/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uLnTx/>
                  <a:uFillTx/>
                  <a:cs typeface="Arial"/>
                  <a:sym typeface="Arial"/>
                </a:rPr>
                <a:t>Under NIS - 42 deep inspections, </a:t>
              </a:r>
              <a:r>
                <a:rPr lang="en-GB" sz="1400" b="0" kern="1200" dirty="0">
                  <a:solidFill>
                    <a:schemeClr val="bg1"/>
                  </a:solidFill>
                  <a:cs typeface="Arial"/>
                  <a:sym typeface="Arial"/>
                </a:rPr>
                <a:t>issuing </a:t>
              </a:r>
              <a:r>
                <a:rPr kumimoji="0" lang="en-GB" sz="1400" b="1" i="0" u="none" strike="noStrike" kern="1200" cap="none" spc="0" normalizeH="0" baseline="0" dirty="0">
                  <a:ln/>
                  <a:solidFill>
                    <a:srgbClr val="FAB600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rPr>
                <a:t>£</a:t>
              </a:r>
              <a:r>
                <a:rPr kumimoji="0" lang="en-GB" sz="1400" b="1" i="0" u="none" strike="noStrike" kern="1200" cap="none" spc="0" normalizeH="0" baseline="0" dirty="0">
                  <a:ln/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rPr>
                <a:t>30m fin</a:t>
              </a:r>
              <a:r>
                <a:rPr lang="en-GB" sz="1400" b="1" dirty="0">
                  <a:ln/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ptos" panose="02110004020202020204"/>
                  <a:cs typeface="Arial"/>
                  <a:sym typeface="Arial"/>
                </a:rPr>
                <a:t>ancial settlement</a:t>
              </a:r>
              <a:r>
                <a:rPr kumimoji="0" lang="en-GB" sz="1400" b="1" i="0" u="none" strike="noStrike" kern="1200" cap="none" spc="0" normalizeH="0" baseline="0" noProof="0" dirty="0">
                  <a:ln/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rPr>
                <a:t> </a:t>
              </a:r>
              <a:r>
                <a:rPr kumimoji="0" lang="en-GB" sz="1400" b="0" i="0" u="none" strike="noStrike" kern="1200" cap="none" spc="0" normalizeH="0" noProof="0" dirty="0">
                  <a:ln/>
                  <a:solidFill>
                    <a:schemeClr val="bg1"/>
                  </a:solidFill>
                  <a:effectLst/>
                  <a:uLnTx/>
                  <a:uFillTx/>
                  <a:cs typeface="Arial"/>
                  <a:sym typeface="Arial"/>
                </a:rPr>
                <a:t>on Operators of Essential Services (OES), </a:t>
              </a:r>
              <a:r>
                <a:rPr lang="en-GB" sz="1400" b="0" kern="1200" dirty="0">
                  <a:solidFill>
                    <a:schemeClr val="bg1"/>
                  </a:solidFill>
                  <a:cs typeface="Arial"/>
                  <a:sym typeface="Arial"/>
                </a:rPr>
                <a:t>for </a:t>
              </a:r>
              <a:r>
                <a:rPr kumimoji="0" lang="en-GB" sz="1400" b="1" i="0" u="none" strike="noStrike" kern="1200" cap="none" spc="0" normalizeH="0" baseline="0" dirty="0">
                  <a:ln/>
                  <a:solidFill>
                    <a:srgbClr val="FAB600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rPr>
                <a:t>not having appropriate and proportionate  risk measures </a:t>
              </a:r>
              <a:r>
                <a:rPr lang="en-GB" sz="1400" b="0" kern="1200" dirty="0">
                  <a:solidFill>
                    <a:schemeClr val="bg1"/>
                  </a:solidFill>
                  <a:cs typeface="Arial"/>
                  <a:sym typeface="Arial"/>
                </a:rPr>
                <a:t>in place for Cyber and technology resilience</a:t>
              </a:r>
              <a:endParaRPr lang="en-GB" sz="1400" b="0" kern="12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263D00F3-49CE-F5EC-3054-33A0DD9798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1027132"/>
              </p:ext>
            </p:extLst>
          </p:nvPr>
        </p:nvGraphicFramePr>
        <p:xfrm>
          <a:off x="2857120" y="884430"/>
          <a:ext cx="3224750" cy="2343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BA93DBD5-87C3-83A3-DC24-068AE0FED0F9}"/>
              </a:ext>
            </a:extLst>
          </p:cNvPr>
          <p:cNvGrpSpPr/>
          <p:nvPr/>
        </p:nvGrpSpPr>
        <p:grpSpPr>
          <a:xfrm>
            <a:off x="6046602" y="4372731"/>
            <a:ext cx="5768282" cy="2036009"/>
            <a:chOff x="6250538" y="4494851"/>
            <a:chExt cx="5768282" cy="203600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ED60C2E-D4BD-B66E-7780-EE9A7E39D643}"/>
                </a:ext>
              </a:extLst>
            </p:cNvPr>
            <p:cNvSpPr/>
            <p:nvPr/>
          </p:nvSpPr>
          <p:spPr>
            <a:xfrm>
              <a:off x="6250541" y="4494851"/>
              <a:ext cx="5768279" cy="374767"/>
            </a:xfrm>
            <a:custGeom>
              <a:avLst/>
              <a:gdLst>
                <a:gd name="csX0" fmla="*/ 0 w 8999444"/>
                <a:gd name="csY0" fmla="*/ 107914 h 1079139"/>
                <a:gd name="csX1" fmla="*/ 107914 w 8999444"/>
                <a:gd name="csY1" fmla="*/ 0 h 1079139"/>
                <a:gd name="csX2" fmla="*/ 8891530 w 8999444"/>
                <a:gd name="csY2" fmla="*/ 0 h 1079139"/>
                <a:gd name="csX3" fmla="*/ 8999444 w 8999444"/>
                <a:gd name="csY3" fmla="*/ 107914 h 1079139"/>
                <a:gd name="csX4" fmla="*/ 8999444 w 8999444"/>
                <a:gd name="csY4" fmla="*/ 971225 h 1079139"/>
                <a:gd name="csX5" fmla="*/ 8891530 w 8999444"/>
                <a:gd name="csY5" fmla="*/ 1079139 h 1079139"/>
                <a:gd name="csX6" fmla="*/ 107914 w 8999444"/>
                <a:gd name="csY6" fmla="*/ 1079139 h 1079139"/>
                <a:gd name="csX7" fmla="*/ 0 w 8999444"/>
                <a:gd name="csY7" fmla="*/ 971225 h 1079139"/>
                <a:gd name="csX8" fmla="*/ 0 w 8999444"/>
                <a:gd name="csY8" fmla="*/ 107914 h 1079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999444" h="1079139">
                  <a:moveTo>
                    <a:pt x="0" y="107914"/>
                  </a:moveTo>
                  <a:cubicBezTo>
                    <a:pt x="0" y="48315"/>
                    <a:pt x="48315" y="0"/>
                    <a:pt x="107914" y="0"/>
                  </a:cubicBezTo>
                  <a:lnTo>
                    <a:pt x="8891530" y="0"/>
                  </a:lnTo>
                  <a:cubicBezTo>
                    <a:pt x="8951129" y="0"/>
                    <a:pt x="8999444" y="48315"/>
                    <a:pt x="8999444" y="107914"/>
                  </a:cubicBezTo>
                  <a:lnTo>
                    <a:pt x="8999444" y="971225"/>
                  </a:lnTo>
                  <a:cubicBezTo>
                    <a:pt x="8999444" y="1030824"/>
                    <a:pt x="8951129" y="1079139"/>
                    <a:pt x="8891530" y="1079139"/>
                  </a:cubicBezTo>
                  <a:lnTo>
                    <a:pt x="107914" y="1079139"/>
                  </a:lnTo>
                  <a:cubicBezTo>
                    <a:pt x="48315" y="1079139"/>
                    <a:pt x="0" y="1030824"/>
                    <a:pt x="0" y="971225"/>
                  </a:cubicBezTo>
                  <a:lnTo>
                    <a:pt x="0" y="107914"/>
                  </a:lnTo>
                  <a:close/>
                </a:path>
              </a:pathLst>
            </a:custGeom>
            <a:solidFill>
              <a:srgbClr val="46216F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4000" tIns="53340" rIns="53341" bIns="53340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tabLst>
                  <a:tab pos="92075" algn="l"/>
                </a:tabLst>
              </a:pPr>
              <a:r>
                <a:rPr lang="en-US" sz="1200" b="1" kern="1200" dirty="0">
                  <a:solidFill>
                    <a:schemeClr val="bg1"/>
                  </a:solidFill>
                </a:rPr>
                <a:t>Accelerate OES (CNI) cyber and technology resilience improvement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7DA053C-0EFB-42C5-0E11-FCC3E5A51462}"/>
                </a:ext>
              </a:extLst>
            </p:cNvPr>
            <p:cNvSpPr/>
            <p:nvPr/>
          </p:nvSpPr>
          <p:spPr>
            <a:xfrm>
              <a:off x="6250540" y="4912619"/>
              <a:ext cx="5768279" cy="374768"/>
            </a:xfrm>
            <a:custGeom>
              <a:avLst/>
              <a:gdLst>
                <a:gd name="csX0" fmla="*/ 0 w 8999444"/>
                <a:gd name="csY0" fmla="*/ 90971 h 909708"/>
                <a:gd name="csX1" fmla="*/ 90971 w 8999444"/>
                <a:gd name="csY1" fmla="*/ 0 h 909708"/>
                <a:gd name="csX2" fmla="*/ 8908473 w 8999444"/>
                <a:gd name="csY2" fmla="*/ 0 h 909708"/>
                <a:gd name="csX3" fmla="*/ 8999444 w 8999444"/>
                <a:gd name="csY3" fmla="*/ 90971 h 909708"/>
                <a:gd name="csX4" fmla="*/ 8999444 w 8999444"/>
                <a:gd name="csY4" fmla="*/ 818737 h 909708"/>
                <a:gd name="csX5" fmla="*/ 8908473 w 8999444"/>
                <a:gd name="csY5" fmla="*/ 909708 h 909708"/>
                <a:gd name="csX6" fmla="*/ 90971 w 8999444"/>
                <a:gd name="csY6" fmla="*/ 909708 h 909708"/>
                <a:gd name="csX7" fmla="*/ 0 w 8999444"/>
                <a:gd name="csY7" fmla="*/ 818737 h 909708"/>
                <a:gd name="csX8" fmla="*/ 0 w 8999444"/>
                <a:gd name="csY8" fmla="*/ 90971 h 909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999444" h="909708">
                  <a:moveTo>
                    <a:pt x="0" y="90971"/>
                  </a:moveTo>
                  <a:cubicBezTo>
                    <a:pt x="0" y="40729"/>
                    <a:pt x="40729" y="0"/>
                    <a:pt x="90971" y="0"/>
                  </a:cubicBezTo>
                  <a:lnTo>
                    <a:pt x="8908473" y="0"/>
                  </a:lnTo>
                  <a:cubicBezTo>
                    <a:pt x="8958715" y="0"/>
                    <a:pt x="8999444" y="40729"/>
                    <a:pt x="8999444" y="90971"/>
                  </a:cubicBezTo>
                  <a:lnTo>
                    <a:pt x="8999444" y="818737"/>
                  </a:lnTo>
                  <a:cubicBezTo>
                    <a:pt x="8999444" y="868979"/>
                    <a:pt x="8958715" y="909708"/>
                    <a:pt x="8908473" y="909708"/>
                  </a:cubicBezTo>
                  <a:lnTo>
                    <a:pt x="90971" y="909708"/>
                  </a:lnTo>
                  <a:cubicBezTo>
                    <a:pt x="40729" y="909708"/>
                    <a:pt x="0" y="868979"/>
                    <a:pt x="0" y="818737"/>
                  </a:cubicBezTo>
                  <a:lnTo>
                    <a:pt x="0" y="90971"/>
                  </a:lnTo>
                  <a:close/>
                </a:path>
              </a:pathLst>
            </a:custGeom>
            <a:solidFill>
              <a:srgbClr val="2A275E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3">
                <a:hueOff val="-1406066"/>
                <a:satOff val="17424"/>
                <a:lumOff val="-1176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4000" tIns="53340" rIns="53341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b="1" kern="1200" dirty="0">
                  <a:solidFill>
                    <a:schemeClr val="bg1"/>
                  </a:solidFill>
                </a:rPr>
                <a:t>Be ready for Cyber Security Resilience Bill</a:t>
              </a:r>
              <a:endParaRPr lang="en-GB" sz="1200" kern="12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B4280C4-7960-77C1-F9B2-4C1FF7D29D40}"/>
                </a:ext>
              </a:extLst>
            </p:cNvPr>
            <p:cNvSpPr/>
            <p:nvPr/>
          </p:nvSpPr>
          <p:spPr>
            <a:xfrm>
              <a:off x="6250539" y="5328922"/>
              <a:ext cx="5768279" cy="374768"/>
            </a:xfrm>
            <a:custGeom>
              <a:avLst/>
              <a:gdLst>
                <a:gd name="csX0" fmla="*/ 0 w 8999444"/>
                <a:gd name="csY0" fmla="*/ 101946 h 1019462"/>
                <a:gd name="csX1" fmla="*/ 101946 w 8999444"/>
                <a:gd name="csY1" fmla="*/ 0 h 1019462"/>
                <a:gd name="csX2" fmla="*/ 8897498 w 8999444"/>
                <a:gd name="csY2" fmla="*/ 0 h 1019462"/>
                <a:gd name="csX3" fmla="*/ 8999444 w 8999444"/>
                <a:gd name="csY3" fmla="*/ 101946 h 1019462"/>
                <a:gd name="csX4" fmla="*/ 8999444 w 8999444"/>
                <a:gd name="csY4" fmla="*/ 917516 h 1019462"/>
                <a:gd name="csX5" fmla="*/ 8897498 w 8999444"/>
                <a:gd name="csY5" fmla="*/ 1019462 h 1019462"/>
                <a:gd name="csX6" fmla="*/ 101946 w 8999444"/>
                <a:gd name="csY6" fmla="*/ 1019462 h 1019462"/>
                <a:gd name="csX7" fmla="*/ 0 w 8999444"/>
                <a:gd name="csY7" fmla="*/ 917516 h 1019462"/>
                <a:gd name="csX8" fmla="*/ 0 w 8999444"/>
                <a:gd name="csY8" fmla="*/ 101946 h 1019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999444" h="1019462">
                  <a:moveTo>
                    <a:pt x="0" y="101946"/>
                  </a:moveTo>
                  <a:cubicBezTo>
                    <a:pt x="0" y="45643"/>
                    <a:pt x="45643" y="0"/>
                    <a:pt x="101946" y="0"/>
                  </a:cubicBezTo>
                  <a:lnTo>
                    <a:pt x="8897498" y="0"/>
                  </a:lnTo>
                  <a:cubicBezTo>
                    <a:pt x="8953801" y="0"/>
                    <a:pt x="8999444" y="45643"/>
                    <a:pt x="8999444" y="101946"/>
                  </a:cubicBezTo>
                  <a:lnTo>
                    <a:pt x="8999444" y="917516"/>
                  </a:lnTo>
                  <a:cubicBezTo>
                    <a:pt x="8999444" y="973819"/>
                    <a:pt x="8953801" y="1019462"/>
                    <a:pt x="8897498" y="1019462"/>
                  </a:cubicBezTo>
                  <a:lnTo>
                    <a:pt x="101946" y="1019462"/>
                  </a:lnTo>
                  <a:cubicBezTo>
                    <a:pt x="45643" y="1019462"/>
                    <a:pt x="0" y="973819"/>
                    <a:pt x="0" y="917516"/>
                  </a:cubicBezTo>
                  <a:lnTo>
                    <a:pt x="0" y="101946"/>
                  </a:lnTo>
                  <a:close/>
                </a:path>
              </a:pathLst>
            </a:custGeom>
            <a:solidFill>
              <a:srgbClr val="012138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3">
                <a:hueOff val="-2812132"/>
                <a:satOff val="34848"/>
                <a:lumOff val="-2352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4000" tIns="53340" rIns="53341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dirty="0" err="1">
                  <a:solidFill>
                    <a:schemeClr val="bg1"/>
                  </a:solidFill>
                </a:rPr>
                <a:t>Operationalise</a:t>
              </a:r>
              <a:r>
                <a:rPr lang="en-US" sz="1200" b="1" kern="1200" dirty="0">
                  <a:solidFill>
                    <a:schemeClr val="bg1"/>
                  </a:solidFill>
                </a:rPr>
                <a:t> wider energy sector cyber and technology resilience improvement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455DCC-9E92-5EF1-0D21-F2A01B9B80D3}"/>
                </a:ext>
              </a:extLst>
            </p:cNvPr>
            <p:cNvSpPr/>
            <p:nvPr/>
          </p:nvSpPr>
          <p:spPr>
            <a:xfrm>
              <a:off x="6250539" y="5745225"/>
              <a:ext cx="5768279" cy="374768"/>
            </a:xfrm>
            <a:custGeom>
              <a:avLst/>
              <a:gdLst>
                <a:gd name="csX0" fmla="*/ 0 w 8999444"/>
                <a:gd name="csY0" fmla="*/ 119567 h 1195674"/>
                <a:gd name="csX1" fmla="*/ 119567 w 8999444"/>
                <a:gd name="csY1" fmla="*/ 0 h 1195674"/>
                <a:gd name="csX2" fmla="*/ 8879877 w 8999444"/>
                <a:gd name="csY2" fmla="*/ 0 h 1195674"/>
                <a:gd name="csX3" fmla="*/ 8999444 w 8999444"/>
                <a:gd name="csY3" fmla="*/ 119567 h 1195674"/>
                <a:gd name="csX4" fmla="*/ 8999444 w 8999444"/>
                <a:gd name="csY4" fmla="*/ 1076107 h 1195674"/>
                <a:gd name="csX5" fmla="*/ 8879877 w 8999444"/>
                <a:gd name="csY5" fmla="*/ 1195674 h 1195674"/>
                <a:gd name="csX6" fmla="*/ 119567 w 8999444"/>
                <a:gd name="csY6" fmla="*/ 1195674 h 1195674"/>
                <a:gd name="csX7" fmla="*/ 0 w 8999444"/>
                <a:gd name="csY7" fmla="*/ 1076107 h 1195674"/>
                <a:gd name="csX8" fmla="*/ 0 w 8999444"/>
                <a:gd name="csY8" fmla="*/ 119567 h 1195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999444" h="1195674">
                  <a:moveTo>
                    <a:pt x="0" y="119567"/>
                  </a:moveTo>
                  <a:cubicBezTo>
                    <a:pt x="0" y="53532"/>
                    <a:pt x="53532" y="0"/>
                    <a:pt x="119567" y="0"/>
                  </a:cubicBezTo>
                  <a:lnTo>
                    <a:pt x="8879877" y="0"/>
                  </a:lnTo>
                  <a:cubicBezTo>
                    <a:pt x="8945912" y="0"/>
                    <a:pt x="8999444" y="53532"/>
                    <a:pt x="8999444" y="119567"/>
                  </a:cubicBezTo>
                  <a:lnTo>
                    <a:pt x="8999444" y="1076107"/>
                  </a:lnTo>
                  <a:cubicBezTo>
                    <a:pt x="8999444" y="1142142"/>
                    <a:pt x="8945912" y="1195674"/>
                    <a:pt x="8879877" y="1195674"/>
                  </a:cubicBezTo>
                  <a:lnTo>
                    <a:pt x="119567" y="1195674"/>
                  </a:lnTo>
                  <a:cubicBezTo>
                    <a:pt x="53532" y="1195674"/>
                    <a:pt x="0" y="1142142"/>
                    <a:pt x="0" y="1076107"/>
                  </a:cubicBezTo>
                  <a:lnTo>
                    <a:pt x="0" y="119567"/>
                  </a:lnTo>
                  <a:close/>
                </a:path>
              </a:pathLst>
            </a:custGeom>
            <a:solidFill>
              <a:srgbClr val="004025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3">
                <a:hueOff val="-4218197"/>
                <a:satOff val="52273"/>
                <a:lumOff val="-3529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4000" tIns="53340" rIns="53341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b="1" kern="1200" dirty="0">
                  <a:solidFill>
                    <a:schemeClr val="bg1"/>
                  </a:solidFill>
                </a:rPr>
                <a:t>Support energy emerging technology</a:t>
              </a:r>
              <a:endParaRPr lang="en-GB" sz="1200" b="1" kern="12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FEB01DB-CF51-7963-E4F8-74F836F6EAAB}"/>
                </a:ext>
              </a:extLst>
            </p:cNvPr>
            <p:cNvSpPr/>
            <p:nvPr/>
          </p:nvSpPr>
          <p:spPr>
            <a:xfrm>
              <a:off x="6250538" y="6161528"/>
              <a:ext cx="5768279" cy="369332"/>
            </a:xfrm>
            <a:custGeom>
              <a:avLst/>
              <a:gdLst>
                <a:gd name="csX0" fmla="*/ 0 w 8999444"/>
                <a:gd name="csY0" fmla="*/ 106349 h 1063488"/>
                <a:gd name="csX1" fmla="*/ 106349 w 8999444"/>
                <a:gd name="csY1" fmla="*/ 0 h 1063488"/>
                <a:gd name="csX2" fmla="*/ 8893095 w 8999444"/>
                <a:gd name="csY2" fmla="*/ 0 h 1063488"/>
                <a:gd name="csX3" fmla="*/ 8999444 w 8999444"/>
                <a:gd name="csY3" fmla="*/ 106349 h 1063488"/>
                <a:gd name="csX4" fmla="*/ 8999444 w 8999444"/>
                <a:gd name="csY4" fmla="*/ 957139 h 1063488"/>
                <a:gd name="csX5" fmla="*/ 8893095 w 8999444"/>
                <a:gd name="csY5" fmla="*/ 1063488 h 1063488"/>
                <a:gd name="csX6" fmla="*/ 106349 w 8999444"/>
                <a:gd name="csY6" fmla="*/ 1063488 h 1063488"/>
                <a:gd name="csX7" fmla="*/ 0 w 8999444"/>
                <a:gd name="csY7" fmla="*/ 957139 h 1063488"/>
                <a:gd name="csX8" fmla="*/ 0 w 8999444"/>
                <a:gd name="csY8" fmla="*/ 106349 h 10634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999444" h="1063488">
                  <a:moveTo>
                    <a:pt x="0" y="106349"/>
                  </a:moveTo>
                  <a:cubicBezTo>
                    <a:pt x="0" y="47614"/>
                    <a:pt x="47614" y="0"/>
                    <a:pt x="106349" y="0"/>
                  </a:cubicBezTo>
                  <a:lnTo>
                    <a:pt x="8893095" y="0"/>
                  </a:lnTo>
                  <a:cubicBezTo>
                    <a:pt x="8951830" y="0"/>
                    <a:pt x="8999444" y="47614"/>
                    <a:pt x="8999444" y="106349"/>
                  </a:cubicBezTo>
                  <a:lnTo>
                    <a:pt x="8999444" y="957139"/>
                  </a:lnTo>
                  <a:cubicBezTo>
                    <a:pt x="8999444" y="1015874"/>
                    <a:pt x="8951830" y="1063488"/>
                    <a:pt x="8893095" y="1063488"/>
                  </a:cubicBezTo>
                  <a:lnTo>
                    <a:pt x="106349" y="1063488"/>
                  </a:lnTo>
                  <a:cubicBezTo>
                    <a:pt x="47614" y="1063488"/>
                    <a:pt x="0" y="1015874"/>
                    <a:pt x="0" y="957139"/>
                  </a:cubicBezTo>
                  <a:lnTo>
                    <a:pt x="0" y="106349"/>
                  </a:lnTo>
                  <a:close/>
                </a:path>
              </a:pathLst>
            </a:custGeom>
            <a:solidFill>
              <a:srgbClr val="017C8B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3">
                <a:hueOff val="-5624263"/>
                <a:satOff val="69697"/>
                <a:lumOff val="-4705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4000" tIns="53340" rIns="53341" bIns="53340" numCol="1" spcCol="1270" anchor="ctr" anchorCtr="0">
              <a:noAutofit/>
            </a:bodyPr>
            <a:lstStyle/>
            <a:p>
              <a:pPr marL="0" lvl="0" indent="0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+mj-lt"/>
                <a:buNone/>
              </a:pPr>
              <a:r>
                <a:rPr lang="en-GB" sz="1200" b="1" kern="1200" dirty="0">
                  <a:solidFill>
                    <a:schemeClr val="bg1"/>
                  </a:solidFill>
                  <a:latin typeface="+mn-lt"/>
                </a:rPr>
                <a:t>Continuous improvement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4521853-89C4-AA0F-7861-E76F1E09199A}"/>
              </a:ext>
            </a:extLst>
          </p:cNvPr>
          <p:cNvGrpSpPr/>
          <p:nvPr/>
        </p:nvGrpSpPr>
        <p:grpSpPr>
          <a:xfrm rot="21020234">
            <a:off x="2609286" y="1657790"/>
            <a:ext cx="777316" cy="719250"/>
            <a:chOff x="2241282" y="1511339"/>
            <a:chExt cx="777316" cy="71925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CE3E315-213B-6C95-7378-8E4758C41E03}"/>
                </a:ext>
              </a:extLst>
            </p:cNvPr>
            <p:cNvSpPr/>
            <p:nvPr/>
          </p:nvSpPr>
          <p:spPr>
            <a:xfrm rot="1679323">
              <a:off x="2241282" y="1511339"/>
              <a:ext cx="777316" cy="719250"/>
            </a:xfrm>
            <a:custGeom>
              <a:avLst/>
              <a:gdLst>
                <a:gd name="csX0" fmla="*/ 0 w 576577"/>
                <a:gd name="csY0" fmla="*/ 143850 h 719250"/>
                <a:gd name="csX1" fmla="*/ 288289 w 576577"/>
                <a:gd name="csY1" fmla="*/ 143850 h 719250"/>
                <a:gd name="csX2" fmla="*/ 288289 w 576577"/>
                <a:gd name="csY2" fmla="*/ 0 h 719250"/>
                <a:gd name="csX3" fmla="*/ 576577 w 576577"/>
                <a:gd name="csY3" fmla="*/ 359625 h 719250"/>
                <a:gd name="csX4" fmla="*/ 288289 w 576577"/>
                <a:gd name="csY4" fmla="*/ 719250 h 719250"/>
                <a:gd name="csX5" fmla="*/ 288289 w 576577"/>
                <a:gd name="csY5" fmla="*/ 575400 h 719250"/>
                <a:gd name="csX6" fmla="*/ 0 w 576577"/>
                <a:gd name="csY6" fmla="*/ 575400 h 719250"/>
                <a:gd name="csX7" fmla="*/ 0 w 576577"/>
                <a:gd name="csY7" fmla="*/ 143850 h 719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76577" h="719250">
                  <a:moveTo>
                    <a:pt x="0" y="143850"/>
                  </a:moveTo>
                  <a:lnTo>
                    <a:pt x="288289" y="143850"/>
                  </a:lnTo>
                  <a:lnTo>
                    <a:pt x="288289" y="0"/>
                  </a:lnTo>
                  <a:lnTo>
                    <a:pt x="576577" y="359625"/>
                  </a:lnTo>
                  <a:lnTo>
                    <a:pt x="288289" y="719250"/>
                  </a:lnTo>
                  <a:lnTo>
                    <a:pt x="288289" y="575400"/>
                  </a:lnTo>
                  <a:lnTo>
                    <a:pt x="0" y="575400"/>
                  </a:lnTo>
                  <a:lnTo>
                    <a:pt x="0" y="14385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accent4">
                <a:shade val="90000"/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shade val="9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4">
                <a:shade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143850" rIns="172973" bIns="143850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3000" kern="1200">
                <a:solidFill>
                  <a:schemeClr val="tx1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5EF8518-BD6B-B679-CB10-2E591D66A458}"/>
                </a:ext>
              </a:extLst>
            </p:cNvPr>
            <p:cNvSpPr/>
            <p:nvPr/>
          </p:nvSpPr>
          <p:spPr>
            <a:xfrm>
              <a:off x="2401604" y="1676672"/>
              <a:ext cx="328920" cy="32892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8D14AB2-1420-51F3-3BAE-53B1094AD66D}"/>
              </a:ext>
            </a:extLst>
          </p:cNvPr>
          <p:cNvGrpSpPr/>
          <p:nvPr/>
        </p:nvGrpSpPr>
        <p:grpSpPr>
          <a:xfrm>
            <a:off x="5257144" y="3409911"/>
            <a:ext cx="777316" cy="719250"/>
            <a:chOff x="5257144" y="3409911"/>
            <a:chExt cx="777316" cy="71925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7884ABE-F769-437F-BAA3-14F38803386E}"/>
                </a:ext>
              </a:extLst>
            </p:cNvPr>
            <p:cNvSpPr/>
            <p:nvPr/>
          </p:nvSpPr>
          <p:spPr>
            <a:xfrm rot="19295114">
              <a:off x="5257144" y="3409911"/>
              <a:ext cx="777316" cy="719250"/>
            </a:xfrm>
            <a:custGeom>
              <a:avLst/>
              <a:gdLst>
                <a:gd name="csX0" fmla="*/ 0 w 576577"/>
                <a:gd name="csY0" fmla="*/ 143850 h 719250"/>
                <a:gd name="csX1" fmla="*/ 288289 w 576577"/>
                <a:gd name="csY1" fmla="*/ 143850 h 719250"/>
                <a:gd name="csX2" fmla="*/ 288289 w 576577"/>
                <a:gd name="csY2" fmla="*/ 0 h 719250"/>
                <a:gd name="csX3" fmla="*/ 576577 w 576577"/>
                <a:gd name="csY3" fmla="*/ 359625 h 719250"/>
                <a:gd name="csX4" fmla="*/ 288289 w 576577"/>
                <a:gd name="csY4" fmla="*/ 719250 h 719250"/>
                <a:gd name="csX5" fmla="*/ 288289 w 576577"/>
                <a:gd name="csY5" fmla="*/ 575400 h 719250"/>
                <a:gd name="csX6" fmla="*/ 0 w 576577"/>
                <a:gd name="csY6" fmla="*/ 575400 h 719250"/>
                <a:gd name="csX7" fmla="*/ 0 w 576577"/>
                <a:gd name="csY7" fmla="*/ 143850 h 719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76577" h="719250">
                  <a:moveTo>
                    <a:pt x="0" y="143850"/>
                  </a:moveTo>
                  <a:lnTo>
                    <a:pt x="288289" y="143850"/>
                  </a:lnTo>
                  <a:lnTo>
                    <a:pt x="288289" y="0"/>
                  </a:lnTo>
                  <a:lnTo>
                    <a:pt x="576577" y="359625"/>
                  </a:lnTo>
                  <a:lnTo>
                    <a:pt x="288289" y="719250"/>
                  </a:lnTo>
                  <a:lnTo>
                    <a:pt x="288289" y="575400"/>
                  </a:lnTo>
                  <a:lnTo>
                    <a:pt x="0" y="575400"/>
                  </a:lnTo>
                  <a:lnTo>
                    <a:pt x="0" y="14385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accent4">
                <a:shade val="90000"/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shade val="9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4">
                <a:shade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143850" rIns="172973" bIns="143850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3000" kern="1200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7930E51-46AE-63BD-0F98-7698D4F4901E}"/>
                </a:ext>
              </a:extLst>
            </p:cNvPr>
            <p:cNvSpPr/>
            <p:nvPr/>
          </p:nvSpPr>
          <p:spPr>
            <a:xfrm>
              <a:off x="5406672" y="3662724"/>
              <a:ext cx="328920" cy="32892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3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889AF1E-BB23-E54E-C15B-399D99C28E15}"/>
              </a:ext>
            </a:extLst>
          </p:cNvPr>
          <p:cNvGrpSpPr/>
          <p:nvPr/>
        </p:nvGrpSpPr>
        <p:grpSpPr>
          <a:xfrm>
            <a:off x="11176064" y="3662724"/>
            <a:ext cx="719250" cy="777316"/>
            <a:chOff x="9979984" y="3654456"/>
            <a:chExt cx="719250" cy="77731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3AA5C14-285E-50AF-CB4F-82317E1376D8}"/>
                </a:ext>
              </a:extLst>
            </p:cNvPr>
            <p:cNvSpPr/>
            <p:nvPr/>
          </p:nvSpPr>
          <p:spPr>
            <a:xfrm rot="5400000">
              <a:off x="9950951" y="3683489"/>
              <a:ext cx="777316" cy="719250"/>
            </a:xfrm>
            <a:custGeom>
              <a:avLst/>
              <a:gdLst>
                <a:gd name="csX0" fmla="*/ 0 w 576577"/>
                <a:gd name="csY0" fmla="*/ 143850 h 719250"/>
                <a:gd name="csX1" fmla="*/ 288289 w 576577"/>
                <a:gd name="csY1" fmla="*/ 143850 h 719250"/>
                <a:gd name="csX2" fmla="*/ 288289 w 576577"/>
                <a:gd name="csY2" fmla="*/ 0 h 719250"/>
                <a:gd name="csX3" fmla="*/ 576577 w 576577"/>
                <a:gd name="csY3" fmla="*/ 359625 h 719250"/>
                <a:gd name="csX4" fmla="*/ 288289 w 576577"/>
                <a:gd name="csY4" fmla="*/ 719250 h 719250"/>
                <a:gd name="csX5" fmla="*/ 288289 w 576577"/>
                <a:gd name="csY5" fmla="*/ 575400 h 719250"/>
                <a:gd name="csX6" fmla="*/ 0 w 576577"/>
                <a:gd name="csY6" fmla="*/ 575400 h 719250"/>
                <a:gd name="csX7" fmla="*/ 0 w 576577"/>
                <a:gd name="csY7" fmla="*/ 143850 h 719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76577" h="719250">
                  <a:moveTo>
                    <a:pt x="0" y="143850"/>
                  </a:moveTo>
                  <a:lnTo>
                    <a:pt x="288289" y="143850"/>
                  </a:lnTo>
                  <a:lnTo>
                    <a:pt x="288289" y="0"/>
                  </a:lnTo>
                  <a:lnTo>
                    <a:pt x="576577" y="359625"/>
                  </a:lnTo>
                  <a:lnTo>
                    <a:pt x="288289" y="719250"/>
                  </a:lnTo>
                  <a:lnTo>
                    <a:pt x="288289" y="575400"/>
                  </a:lnTo>
                  <a:lnTo>
                    <a:pt x="0" y="575400"/>
                  </a:lnTo>
                  <a:lnTo>
                    <a:pt x="0" y="14385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accent4">
                <a:shade val="90000"/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shade val="9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4">
                <a:shade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143850" rIns="172973" bIns="143850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3000" kern="1200">
                <a:solidFill>
                  <a:schemeClr val="tx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4AD3465-EE81-F264-9DB8-FD046AA05934}"/>
                </a:ext>
              </a:extLst>
            </p:cNvPr>
            <p:cNvSpPr/>
            <p:nvPr/>
          </p:nvSpPr>
          <p:spPr>
            <a:xfrm>
              <a:off x="10168571" y="3713726"/>
              <a:ext cx="328920" cy="32892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4</a:t>
              </a: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A985C753-B62E-C429-B0A8-8E9900301FB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33103" b="42936"/>
          <a:stretch>
            <a:fillRect/>
          </a:stretch>
        </p:blipFill>
        <p:spPr>
          <a:xfrm>
            <a:off x="6875810" y="195679"/>
            <a:ext cx="3457221" cy="55223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7A5F1B9-BE56-90B2-20FA-A03C8AE0602E}"/>
              </a:ext>
            </a:extLst>
          </p:cNvPr>
          <p:cNvGrpSpPr/>
          <p:nvPr/>
        </p:nvGrpSpPr>
        <p:grpSpPr>
          <a:xfrm>
            <a:off x="4098780" y="3166363"/>
            <a:ext cx="719250" cy="777316"/>
            <a:chOff x="3857800" y="3234180"/>
            <a:chExt cx="719250" cy="77731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C3C9183-BCF6-87C9-3BA1-48EE8F752FB2}"/>
                </a:ext>
              </a:extLst>
            </p:cNvPr>
            <p:cNvSpPr/>
            <p:nvPr/>
          </p:nvSpPr>
          <p:spPr>
            <a:xfrm rot="5400000">
              <a:off x="3828767" y="3263213"/>
              <a:ext cx="777316" cy="719250"/>
            </a:xfrm>
            <a:custGeom>
              <a:avLst/>
              <a:gdLst>
                <a:gd name="csX0" fmla="*/ 0 w 576577"/>
                <a:gd name="csY0" fmla="*/ 143850 h 719250"/>
                <a:gd name="csX1" fmla="*/ 288289 w 576577"/>
                <a:gd name="csY1" fmla="*/ 143850 h 719250"/>
                <a:gd name="csX2" fmla="*/ 288289 w 576577"/>
                <a:gd name="csY2" fmla="*/ 0 h 719250"/>
                <a:gd name="csX3" fmla="*/ 576577 w 576577"/>
                <a:gd name="csY3" fmla="*/ 359625 h 719250"/>
                <a:gd name="csX4" fmla="*/ 288289 w 576577"/>
                <a:gd name="csY4" fmla="*/ 719250 h 719250"/>
                <a:gd name="csX5" fmla="*/ 288289 w 576577"/>
                <a:gd name="csY5" fmla="*/ 575400 h 719250"/>
                <a:gd name="csX6" fmla="*/ 0 w 576577"/>
                <a:gd name="csY6" fmla="*/ 575400 h 719250"/>
                <a:gd name="csX7" fmla="*/ 0 w 576577"/>
                <a:gd name="csY7" fmla="*/ 143850 h 719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76577" h="719250">
                  <a:moveTo>
                    <a:pt x="0" y="143850"/>
                  </a:moveTo>
                  <a:lnTo>
                    <a:pt x="288289" y="143850"/>
                  </a:lnTo>
                  <a:lnTo>
                    <a:pt x="288289" y="0"/>
                  </a:lnTo>
                  <a:lnTo>
                    <a:pt x="576577" y="359625"/>
                  </a:lnTo>
                  <a:lnTo>
                    <a:pt x="288289" y="719250"/>
                  </a:lnTo>
                  <a:lnTo>
                    <a:pt x="288289" y="575400"/>
                  </a:lnTo>
                  <a:lnTo>
                    <a:pt x="0" y="575400"/>
                  </a:lnTo>
                  <a:lnTo>
                    <a:pt x="0" y="14385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accent4">
                <a:shade val="90000"/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shade val="9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4">
                <a:shade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143850" rIns="172973" bIns="143850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3000" kern="120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FB9DA9F-9019-044B-CA37-B15630BAA0DD}"/>
                </a:ext>
              </a:extLst>
            </p:cNvPr>
            <p:cNvSpPr/>
            <p:nvPr/>
          </p:nvSpPr>
          <p:spPr>
            <a:xfrm>
              <a:off x="4053200" y="3292496"/>
              <a:ext cx="328920" cy="32892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613A28-90ED-C3F7-93EC-E35A58BA000E}"/>
              </a:ext>
            </a:extLst>
          </p:cNvPr>
          <p:cNvSpPr/>
          <p:nvPr/>
        </p:nvSpPr>
        <p:spPr>
          <a:xfrm>
            <a:off x="380482" y="2150850"/>
            <a:ext cx="2190984" cy="565879"/>
          </a:xfrm>
          <a:prstGeom prst="roundRect">
            <a:avLst>
              <a:gd name="adj" fmla="val 10338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</a:rPr>
              <a:t>NIS Regulation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</a:rPr>
              <a:t>Act, Licencing &amp; Codes</a:t>
            </a:r>
          </a:p>
        </p:txBody>
      </p:sp>
      <p:pic>
        <p:nvPicPr>
          <p:cNvPr id="4" name="Graphic 3" descr="Anchor with solid fill">
            <a:extLst>
              <a:ext uri="{FF2B5EF4-FFF2-40B4-BE49-F238E27FC236}">
                <a16:creationId xmlns:a16="http://schemas.microsoft.com/office/drawing/2014/main" id="{EE9C9B58-1AF6-945F-C3EE-DDB43DF643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888848">
            <a:off x="2216831" y="1995699"/>
            <a:ext cx="426307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5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Graphic spid="12" grpId="0">
        <p:bldAsOne/>
      </p:bldGraphic>
      <p:bldP spid="5" grpId="0" animBg="1"/>
    </p:bldLst>
  </p:timing>
  <p:extLst>
    <p:ext uri="{6950BFC3-D8DA-4A85-94F7-54DA5524770B}">
      <p188:commentRel xmlns:p188="http://schemas.microsoft.com/office/powerpoint/2018/8/main" r:id="rId4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9E1D400-9231-1491-77CC-D6A07825C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82880" y="-754304"/>
            <a:ext cx="12634623" cy="841781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35AEE5-1657-0E29-95BC-2EE0177297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This time is yours……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85F4AB-C6A2-EBE6-D3D6-F79FAB93D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54" y="1023769"/>
            <a:ext cx="5578071" cy="2905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9BCB84-60AE-9D22-7034-0C5FFB945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416" y="1014094"/>
            <a:ext cx="5578071" cy="291515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13B9CDF-0774-F067-0736-622D72C6E206}"/>
              </a:ext>
            </a:extLst>
          </p:cNvPr>
          <p:cNvSpPr/>
          <p:nvPr/>
        </p:nvSpPr>
        <p:spPr>
          <a:xfrm>
            <a:off x="161359" y="999737"/>
            <a:ext cx="5567966" cy="2929508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4B83DB6-2062-AC98-F3A9-669766B70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675257" y="6329012"/>
            <a:ext cx="4229914" cy="13471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B3ABF40-BF76-DF99-FF5D-56F70CE2C7D2}"/>
              </a:ext>
            </a:extLst>
          </p:cNvPr>
          <p:cNvGrpSpPr/>
          <p:nvPr/>
        </p:nvGrpSpPr>
        <p:grpSpPr>
          <a:xfrm>
            <a:off x="1675257" y="3898587"/>
            <a:ext cx="4229914" cy="2430424"/>
            <a:chOff x="3363582" y="2610703"/>
            <a:chExt cx="5494172" cy="318221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1C8DCF7-D26D-DF5B-2C55-D908FB000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63582" y="2610703"/>
              <a:ext cx="5494172" cy="143551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3C8B513-1BBB-364C-86C0-99D2A9D1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63582" y="4046219"/>
              <a:ext cx="5494172" cy="1746694"/>
            </a:xfrm>
            <a:prstGeom prst="rect">
              <a:avLst/>
            </a:prstGeom>
          </p:spPr>
        </p:pic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520D911F-085B-1EC5-13D8-6B8B67CF6F8A}"/>
              </a:ext>
            </a:extLst>
          </p:cNvPr>
          <p:cNvSpPr/>
          <p:nvPr/>
        </p:nvSpPr>
        <p:spPr>
          <a:xfrm>
            <a:off x="1656443" y="3901567"/>
            <a:ext cx="4240019" cy="2562154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A6F583-F80D-95C6-D1DD-BA831A9AF6CF}"/>
              </a:ext>
            </a:extLst>
          </p:cNvPr>
          <p:cNvSpPr/>
          <p:nvPr/>
        </p:nvSpPr>
        <p:spPr>
          <a:xfrm>
            <a:off x="6374942" y="986668"/>
            <a:ext cx="5567966" cy="2929508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4EAA8E0-AA7E-AC13-84BF-3365B812A6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5872" y="3818828"/>
            <a:ext cx="4864874" cy="2553473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B0C0D2D8-5DE8-6CC4-CE13-FCC568CCBD26}"/>
              </a:ext>
            </a:extLst>
          </p:cNvPr>
          <p:cNvSpPr/>
          <p:nvPr/>
        </p:nvSpPr>
        <p:spPr>
          <a:xfrm>
            <a:off x="7208167" y="3818828"/>
            <a:ext cx="4822474" cy="2562154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51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22682FAE-CFB4-CB3F-8F0F-8596179EEB50}"/>
              </a:ext>
            </a:extLst>
          </p:cNvPr>
          <p:cNvSpPr txBox="1"/>
          <p:nvPr/>
        </p:nvSpPr>
        <p:spPr>
          <a:xfrm>
            <a:off x="1131488" y="5835620"/>
            <a:ext cx="10137873" cy="4678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/>
              <a:t>Stuart Okin, </a:t>
            </a:r>
            <a:r>
              <a:rPr lang="en-GB" sz="1800" dirty="0"/>
              <a:t>Director of Cyber Regulation and Emerging Technologies - </a:t>
            </a:r>
            <a:r>
              <a:rPr lang="en-GB" sz="1800" b="1" dirty="0">
                <a:hlinkClick r:id="rId4"/>
              </a:rPr>
              <a:t>stuart.okin@ofgem.gov.uk</a:t>
            </a:r>
            <a:endParaRPr lang="en-GB" sz="1800" b="1" dirty="0"/>
          </a:p>
        </p:txBody>
      </p:sp>
      <p:sp>
        <p:nvSpPr>
          <p:cNvPr id="14" name="BJPseudoFooter">
            <a:extLst>
              <a:ext uri="{FF2B5EF4-FFF2-40B4-BE49-F238E27FC236}">
                <a16:creationId xmlns:a16="http://schemas.microsoft.com/office/drawing/2014/main" id="{6816EB9C-0BD4-153E-ECA0-156D5DD2505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863404" y="6488668"/>
            <a:ext cx="465192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GB" sz="900">
                <a:solidFill>
                  <a:srgbClr val="000000"/>
                </a:solidFill>
                <a:latin typeface="Verdana" panose="020B0604030504040204" pitchFamily="34" charset="0"/>
              </a:rPr>
              <a:t>       
  </a:t>
            </a:r>
          </a:p>
        </p:txBody>
      </p:sp>
    </p:spTree>
    <p:extLst>
      <p:ext uri="{BB962C8B-B14F-4D97-AF65-F5344CB8AC3E}">
        <p14:creationId xmlns:p14="http://schemas.microsoft.com/office/powerpoint/2010/main" val="8100347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    &#10;  "/>
  <p:tag name="BJHEADERFOOTERTEXTMARKING" val="       &#10;  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Internal Only       &#10;  "/>
  <p:tag name="BJHEADERFOOTERTEXTMARKING" val="Internal Only       &#10;  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    &#10;  "/>
  <p:tag name="BJHEADERFOOTERTEXTMARKING" val="       &#10;  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    &#10;  "/>
  <p:tag name="BJHEADERFOOTERTEXTMARKING" val="       &#10; 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    &#10;  "/>
  <p:tag name="BJHEADERFOOTERTEXTMARKING" val="       &#10;  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    &#10;  "/>
  <p:tag name="BJHEADERFOOTERTEXTMARKING" val="       &#10; 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    &#10;  "/>
  <p:tag name="BJHEADERFOOTERTEXTMARKING" val="       &#10;  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    &#10;  "/>
  <p:tag name="BJHEADERFOOTERTEXTMARKING" val="       &#10;  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    &#10;  "/>
  <p:tag name="BJHEADERFOOTERTEXTMARKING" val="       &#10;  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    &#10;  "/>
  <p:tag name="BJHEADERFOOTERTEXTMARKING" val="       &#10;  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    &#10;  "/>
  <p:tag name="BJHEADERFOOTERTEXTMARKING" val="       &#10;  "/>
</p:tagLst>
</file>

<file path=ppt/theme/theme1.xml><?xml version="1.0" encoding="utf-8"?>
<a:theme xmlns:a="http://schemas.openxmlformats.org/drawingml/2006/main" name="Ofgem lilac theme">
  <a:themeElements>
    <a:clrScheme name="Ofgem">
      <a:dk1>
        <a:srgbClr val="002337"/>
      </a:dk1>
      <a:lt1>
        <a:sysClr val="window" lastClr="FFFFFF"/>
      </a:lt1>
      <a:dk2>
        <a:srgbClr val="32285B"/>
      </a:dk2>
      <a:lt2>
        <a:srgbClr val="E8E8E8"/>
      </a:lt2>
      <a:accent1>
        <a:srgbClr val="54616C"/>
      </a:accent1>
      <a:accent2>
        <a:srgbClr val="007E4B"/>
      </a:accent2>
      <a:accent3>
        <a:srgbClr val="C5A9D1"/>
      </a:accent3>
      <a:accent4>
        <a:srgbClr val="00778A"/>
      </a:accent4>
      <a:accent5>
        <a:srgbClr val="FAB600"/>
      </a:accent5>
      <a:accent6>
        <a:srgbClr val="CC0839"/>
      </a:accent6>
      <a:hlink>
        <a:srgbClr val="5BBDB5"/>
      </a:hlink>
      <a:folHlink>
        <a:srgbClr val="54616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gem AI Policy Taskforce PP Template 16-9 light (002)" id="{6623631A-EEB1-4E51-B3EC-33AD9BB140CA}" vid="{DE6598FC-736A-4E29-9BA2-52251838D188}"/>
    </a:ext>
  </a:extLst>
</a:theme>
</file>

<file path=ppt/theme/theme2.xml><?xml version="1.0" encoding="utf-8"?>
<a:theme xmlns:a="http://schemas.openxmlformats.org/drawingml/2006/main" name="1_Ofgem lilac theme">
  <a:themeElements>
    <a:clrScheme name="Ofgem">
      <a:dk1>
        <a:srgbClr val="002337"/>
      </a:dk1>
      <a:lt1>
        <a:sysClr val="window" lastClr="FFFFFF"/>
      </a:lt1>
      <a:dk2>
        <a:srgbClr val="32285B"/>
      </a:dk2>
      <a:lt2>
        <a:srgbClr val="E8E8E8"/>
      </a:lt2>
      <a:accent1>
        <a:srgbClr val="54616C"/>
      </a:accent1>
      <a:accent2>
        <a:srgbClr val="007E4B"/>
      </a:accent2>
      <a:accent3>
        <a:srgbClr val="C5A9D1"/>
      </a:accent3>
      <a:accent4>
        <a:srgbClr val="00778A"/>
      </a:accent4>
      <a:accent5>
        <a:srgbClr val="FAB600"/>
      </a:accent5>
      <a:accent6>
        <a:srgbClr val="CC0839"/>
      </a:accent6>
      <a:hlink>
        <a:srgbClr val="5BBDB5"/>
      </a:hlink>
      <a:folHlink>
        <a:srgbClr val="54616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gem AI Policy Taskforce PP Template 16-9 light (002)" id="{6623631A-EEB1-4E51-B3EC-33AD9BB140CA}" vid="{DE6598FC-736A-4E29-9BA2-52251838D188}"/>
    </a:ext>
  </a:extLst>
</a:theme>
</file>

<file path=ppt/theme/theme3.xml><?xml version="1.0" encoding="utf-8"?>
<a:theme xmlns:a="http://schemas.openxmlformats.org/drawingml/2006/main" name="3_Ofgem lilac theme">
  <a:themeElements>
    <a:clrScheme name="Ofgem">
      <a:dk1>
        <a:srgbClr val="002337"/>
      </a:dk1>
      <a:lt1>
        <a:sysClr val="window" lastClr="FFFFFF"/>
      </a:lt1>
      <a:dk2>
        <a:srgbClr val="32285B"/>
      </a:dk2>
      <a:lt2>
        <a:srgbClr val="E8E8E8"/>
      </a:lt2>
      <a:accent1>
        <a:srgbClr val="54616C"/>
      </a:accent1>
      <a:accent2>
        <a:srgbClr val="007E4B"/>
      </a:accent2>
      <a:accent3>
        <a:srgbClr val="C5A9D1"/>
      </a:accent3>
      <a:accent4>
        <a:srgbClr val="00778A"/>
      </a:accent4>
      <a:accent5>
        <a:srgbClr val="FAB600"/>
      </a:accent5>
      <a:accent6>
        <a:srgbClr val="CC0839"/>
      </a:accent6>
      <a:hlink>
        <a:srgbClr val="5BBDB5"/>
      </a:hlink>
      <a:folHlink>
        <a:srgbClr val="54616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gem AI Policy Taskforce Leadership Exchange 290824" id="{3A5B0B2D-1D29-4484-AD3A-EEB8F954D7CF}" vid="{3AECF958-D567-4F30-BF3F-BBCDB7CE3A3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9FE5A163A0BA49B62EE8FDC3CC3AD2" ma:contentTypeVersion="17" ma:contentTypeDescription="Create a new document." ma:contentTypeScope="" ma:versionID="6586676598167c8bc4e349c8815fdbc7">
  <xsd:schema xmlns:xsd="http://www.w3.org/2001/XMLSchema" xmlns:xs="http://www.w3.org/2001/XMLSchema" xmlns:p="http://schemas.microsoft.com/office/2006/metadata/properties" xmlns:ns1="http://schemas.microsoft.com/sharepoint/v3" xmlns:ns2="39d9b90a-dc22-4b72-a3d3-09222a6369e3" xmlns:ns3="8f0c66ae-ea71-4efa-88c7-e4011843a5ec" targetNamespace="http://schemas.microsoft.com/office/2006/metadata/properties" ma:root="true" ma:fieldsID="fcf5166adb526367f467c1c556972da8" ns1:_="" ns2:_="" ns3:_="">
    <xsd:import namespace="http://schemas.microsoft.com/sharepoint/v3"/>
    <xsd:import namespace="39d9b90a-dc22-4b72-a3d3-09222a6369e3"/>
    <xsd:import namespace="8f0c66ae-ea71-4efa-88c7-e4011843a5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d9b90a-dc22-4b72-a3d3-09222a6369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1db303c-1d0a-4523-bf11-6998614b37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0c66ae-ea71-4efa-88c7-e4011843a5e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bbf8ba5a-73df-4c6b-b13e-dfa0d2e7fce2}" ma:internalName="TaxCatchAll" ma:showField="CatchAllData" ma:web="8f0c66ae-ea71-4efa-88c7-e4011843a5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8f0c66ae-ea71-4efa-88c7-e4011843a5ec" xsi:nil="true"/>
    <lcf76f155ced4ddcb4097134ff3c332f xmlns="39d9b90a-dc22-4b72-a3d3-09222a6369e3">
      <Terms xmlns="http://schemas.microsoft.com/office/infopath/2007/PartnerControls"/>
    </lcf76f155ced4ddcb4097134ff3c332f>
  </documentManagement>
</p:properties>
</file>

<file path=customXml/item4.xml><?xml version="1.0" encoding="utf-8"?>
<sisl xmlns:xsd="http://www.w3.org/2001/XMLSchema" xmlns:xsi="http://www.w3.org/2001/XMLSchema-instance" xmlns="http://www.boldonjames.com/2008/01/sie/internal/label" sislVersion="0" policy="973096ae-7329-4b3b-9368-47aeba6959e1" origin="userSelected">
  <element uid="id_classification_nonbusiness" value=""/>
</sisl>
</file>

<file path=customXml/itemProps1.xml><?xml version="1.0" encoding="utf-8"?>
<ds:datastoreItem xmlns:ds="http://schemas.openxmlformats.org/officeDocument/2006/customXml" ds:itemID="{3DEC3A59-9197-40C0-9244-A70566D13EA2}">
  <ds:schemaRefs>
    <ds:schemaRef ds:uri="39d9b90a-dc22-4b72-a3d3-09222a6369e3"/>
    <ds:schemaRef ds:uri="8f0c66ae-ea71-4efa-88c7-e4011843a5e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8965C59-E5A0-4A2A-8977-8458C1D74D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CFF2DD-B418-481D-94FF-2E51F22F0584}">
  <ds:schemaRefs>
    <ds:schemaRef ds:uri="http://schemas.microsoft.com/office/2006/metadata/properties"/>
    <ds:schemaRef ds:uri="http://purl.org/dc/terms/"/>
    <ds:schemaRef ds:uri="http://schemas.microsoft.com/sharepoint/v3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8f0c66ae-ea71-4efa-88c7-e4011843a5ec"/>
    <ds:schemaRef ds:uri="39d9b90a-dc22-4b72-a3d3-09222a6369e3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4DC3B34C-4549-4621-A4AC-BA9BF080CFED}">
  <ds:schemaRefs>
    <ds:schemaRef ds:uri="http://www.boldonjames.com/2008/01/sie/internal/label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Ofgem AI Policy Taskforce Safety Security and Robustness Workshop Menti</Template>
  <TotalTime>137</TotalTime>
  <Words>258</Words>
  <Application>Microsoft Office PowerPoint</Application>
  <PresentationFormat>Widescreen</PresentationFormat>
  <Paragraphs>41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Verdana</vt:lpstr>
      <vt:lpstr>Ofgem lilac theme</vt:lpstr>
      <vt:lpstr>1_Ofgem lilac theme</vt:lpstr>
      <vt:lpstr>3_Ofgem lilac theme</vt:lpstr>
      <vt:lpstr>Towards a Secure, Sustainable Energy Future:  The Role of Cyber security and Emerging Technologies</vt:lpstr>
      <vt:lpstr>PowerPoint Presentation</vt:lpstr>
      <vt:lpstr>This time is yours……</vt:lpstr>
      <vt:lpstr>PowerPoint Presentation</vt:lpstr>
    </vt:vector>
  </TitlesOfParts>
  <Company>Ofgem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Gabriella Biazotti</dc:creator>
  <cp:lastModifiedBy>Stuart O</cp:lastModifiedBy>
  <cp:revision>2</cp:revision>
  <dcterms:created xsi:type="dcterms:W3CDTF">2024-08-28T09:05:09Z</dcterms:created>
  <dcterms:modified xsi:type="dcterms:W3CDTF">2026-10-26T00:05:15Z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903cd9c5-6570-4af6-9f73-6c1c7233e413</vt:lpwstr>
  </property>
  <property fmtid="{D5CDD505-2E9C-101B-9397-08002B2CF9AE}" pid="3" name="bjClsUserRVM">
    <vt:lpwstr>[]</vt:lpwstr>
  </property>
  <property fmtid="{D5CDD505-2E9C-101B-9397-08002B2CF9AE}" pid="4" name="bjSaver">
    <vt:lpwstr>d3V4cFW8NXikVonlcYTqa6gAy4/XF+AY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policy="973096ae-7329-4b3b-9368-47aeba6959e1" origin="userSelected" xmlns="http://www.boldonj</vt:lpwstr>
  </property>
  <property fmtid="{D5CDD505-2E9C-101B-9397-08002B2CF9AE}" pid="6" name="bjDocumentLabelXML-0">
    <vt:lpwstr>ames.com/2008/01/sie/internal/label"&gt;&lt;element uid="id_classification_nonbusiness" value="" /&gt;&lt;/sisl&gt;</vt:lpwstr>
  </property>
  <property fmtid="{D5CDD505-2E9C-101B-9397-08002B2CF9AE}" pid="7" name="bjDocumentSecurityLabel">
    <vt:lpwstr>OFFICIAL</vt:lpwstr>
  </property>
  <property fmtid="{D5CDD505-2E9C-101B-9397-08002B2CF9AE}" pid="8" name="bjSlideMasterFooterText">
    <vt:lpwstr>       
  </vt:lpwstr>
  </property>
  <property fmtid="{D5CDD505-2E9C-101B-9397-08002B2CF9AE}" pid="9" name="ContentTypeId">
    <vt:lpwstr>0x0101001A9FE5A163A0BA49B62EE8FDC3CC3AD2</vt:lpwstr>
  </property>
  <property fmtid="{D5CDD505-2E9C-101B-9397-08002B2CF9AE}" pid="10" name="MediaServiceImageTags">
    <vt:lpwstr/>
  </property>
  <property fmtid="{D5CDD505-2E9C-101B-9397-08002B2CF9AE}" pid="11" name="MSIP_Label_5aee3434-f7af-4edb-a29e-2a21d151ac0d_Enabled">
    <vt:lpwstr>true</vt:lpwstr>
  </property>
  <property fmtid="{D5CDD505-2E9C-101B-9397-08002B2CF9AE}" pid="12" name="MSIP_Label_5aee3434-f7af-4edb-a29e-2a21d151ac0d_SetDate">
    <vt:lpwstr>2026-10-25T18:36:55Z</vt:lpwstr>
  </property>
  <property fmtid="{D5CDD505-2E9C-101B-9397-08002B2CF9AE}" pid="13" name="MSIP_Label_5aee3434-f7af-4edb-a29e-2a21d151ac0d_Method">
    <vt:lpwstr>Privileged</vt:lpwstr>
  </property>
  <property fmtid="{D5CDD505-2E9C-101B-9397-08002B2CF9AE}" pid="14" name="MSIP_Label_5aee3434-f7af-4edb-a29e-2a21d151ac0d_Name">
    <vt:lpwstr>OFFICIAL -</vt:lpwstr>
  </property>
  <property fmtid="{D5CDD505-2E9C-101B-9397-08002B2CF9AE}" pid="15" name="MSIP_Label_5aee3434-f7af-4edb-a29e-2a21d151ac0d_SiteId">
    <vt:lpwstr>185562ad-39bc-4840-8e40-be6216340c52</vt:lpwstr>
  </property>
  <property fmtid="{D5CDD505-2E9C-101B-9397-08002B2CF9AE}" pid="16" name="MSIP_Label_5aee3434-f7af-4edb-a29e-2a21d151ac0d_ActionId">
    <vt:lpwstr>8dcad4e3-3717-4bbc-8a44-a302b800eadd</vt:lpwstr>
  </property>
  <property fmtid="{D5CDD505-2E9C-101B-9397-08002B2CF9AE}" pid="17" name="MSIP_Label_5aee3434-f7af-4edb-a29e-2a21d151ac0d_ContentBits">
    <vt:lpwstr>3</vt:lpwstr>
  </property>
  <property fmtid="{D5CDD505-2E9C-101B-9397-08002B2CF9AE}" pid="18" name="MSIP_Label_5aee3434-f7af-4edb-a29e-2a21d151ac0d_Tag">
    <vt:lpwstr>10, 0, 1, 1</vt:lpwstr>
  </property>
  <property fmtid="{D5CDD505-2E9C-101B-9397-08002B2CF9AE}" pid="19" name="ClassificationContentMarkingFooterLocations">
    <vt:lpwstr>Ofgem lilac theme:8\1_Ofgem lilac theme:8\3_Ofgem lilac theme:8</vt:lpwstr>
  </property>
  <property fmtid="{D5CDD505-2E9C-101B-9397-08002B2CF9AE}" pid="20" name="ClassificationContentMarkingFooterText">
    <vt:lpwstr>OFFICIAL</vt:lpwstr>
  </property>
  <property fmtid="{D5CDD505-2E9C-101B-9397-08002B2CF9AE}" pid="21" name="ClassificationContentMarkingHeaderLocations">
    <vt:lpwstr>Ofgem lilac theme:10\1_Ofgem lilac theme:10\3_Ofgem lilac theme:10</vt:lpwstr>
  </property>
  <property fmtid="{D5CDD505-2E9C-101B-9397-08002B2CF9AE}" pid="22" name="ClassificationContentMarkingHeaderText">
    <vt:lpwstr>OFFICIAL</vt:lpwstr>
  </property>
</Properties>
</file>